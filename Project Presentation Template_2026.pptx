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8" r:id="rId5"/>
    <p:sldId id="259" r:id="rId6"/>
    <p:sldId id="261" r:id="rId7"/>
    <p:sldId id="262" r:id="rId8"/>
    <p:sldId id="271" r:id="rId9"/>
    <p:sldId id="272" r:id="rId10"/>
    <p:sldId id="263" r:id="rId11"/>
    <p:sldId id="273" r:id="rId12"/>
    <p:sldId id="265" r:id="rId13"/>
    <p:sldId id="267"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1" d="100"/>
          <a:sy n="71" d="100"/>
        </p:scale>
        <p:origin x="66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23938-ECA8-42DE-943D-35A55915BDF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4E1D955-A4AB-873F-7CDE-D87FB499010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DAEDB96-A010-10AD-6331-AAA4C056E5AD}"/>
              </a:ext>
            </a:extLst>
          </p:cNvPr>
          <p:cNvSpPr>
            <a:spLocks noGrp="1"/>
          </p:cNvSpPr>
          <p:nvPr>
            <p:ph type="dt" sz="half" idx="10"/>
          </p:nvPr>
        </p:nvSpPr>
        <p:spPr/>
        <p:txBody>
          <a:bodyPr/>
          <a:lstStyle/>
          <a:p>
            <a:fld id="{A715306D-701B-4196-8E8C-76420ADB1AFF}" type="datetimeFigureOut">
              <a:rPr lang="en-IN" smtClean="0"/>
              <a:t>12-04-2026</a:t>
            </a:fld>
            <a:endParaRPr lang="en-IN"/>
          </a:p>
        </p:txBody>
      </p:sp>
      <p:sp>
        <p:nvSpPr>
          <p:cNvPr id="5" name="Footer Placeholder 4">
            <a:extLst>
              <a:ext uri="{FF2B5EF4-FFF2-40B4-BE49-F238E27FC236}">
                <a16:creationId xmlns:a16="http://schemas.microsoft.com/office/drawing/2014/main" id="{5601E53B-9157-253F-A3BA-D25BD8A21D7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629F78D-2857-2021-AA80-F8FD3E597AD1}"/>
              </a:ext>
            </a:extLst>
          </p:cNvPr>
          <p:cNvSpPr>
            <a:spLocks noGrp="1"/>
          </p:cNvSpPr>
          <p:nvPr>
            <p:ph type="sldNum" sz="quarter" idx="12"/>
          </p:nvPr>
        </p:nvSpPr>
        <p:spPr/>
        <p:txBody>
          <a:bodyPr/>
          <a:lstStyle/>
          <a:p>
            <a:fld id="{8F1EE383-98D9-4219-B0F9-DA92E0052E85}" type="slidenum">
              <a:rPr lang="en-IN" smtClean="0"/>
              <a:t>‹#›</a:t>
            </a:fld>
            <a:endParaRPr lang="en-IN"/>
          </a:p>
        </p:txBody>
      </p:sp>
    </p:spTree>
    <p:extLst>
      <p:ext uri="{BB962C8B-B14F-4D97-AF65-F5344CB8AC3E}">
        <p14:creationId xmlns:p14="http://schemas.microsoft.com/office/powerpoint/2010/main" val="6909800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D94F9-EBA4-61FE-EE7A-E5068408B0C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89F6AEF-6B51-52DF-F4AA-AC2B59B50E6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9C2A9EF-F241-EB04-D0E1-A3CEC9EE6786}"/>
              </a:ext>
            </a:extLst>
          </p:cNvPr>
          <p:cNvSpPr>
            <a:spLocks noGrp="1"/>
          </p:cNvSpPr>
          <p:nvPr>
            <p:ph type="dt" sz="half" idx="10"/>
          </p:nvPr>
        </p:nvSpPr>
        <p:spPr/>
        <p:txBody>
          <a:bodyPr/>
          <a:lstStyle/>
          <a:p>
            <a:fld id="{A715306D-701B-4196-8E8C-76420ADB1AFF}" type="datetimeFigureOut">
              <a:rPr lang="en-IN" smtClean="0"/>
              <a:t>12-04-2026</a:t>
            </a:fld>
            <a:endParaRPr lang="en-IN"/>
          </a:p>
        </p:txBody>
      </p:sp>
      <p:sp>
        <p:nvSpPr>
          <p:cNvPr id="5" name="Footer Placeholder 4">
            <a:extLst>
              <a:ext uri="{FF2B5EF4-FFF2-40B4-BE49-F238E27FC236}">
                <a16:creationId xmlns:a16="http://schemas.microsoft.com/office/drawing/2014/main" id="{FC086A02-295E-9936-26C1-487703E922A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26FA5B3-01F1-25F5-E2FA-8F07DFB9FF2F}"/>
              </a:ext>
            </a:extLst>
          </p:cNvPr>
          <p:cNvSpPr>
            <a:spLocks noGrp="1"/>
          </p:cNvSpPr>
          <p:nvPr>
            <p:ph type="sldNum" sz="quarter" idx="12"/>
          </p:nvPr>
        </p:nvSpPr>
        <p:spPr/>
        <p:txBody>
          <a:bodyPr/>
          <a:lstStyle/>
          <a:p>
            <a:fld id="{8F1EE383-98D9-4219-B0F9-DA92E0052E85}" type="slidenum">
              <a:rPr lang="en-IN" smtClean="0"/>
              <a:t>‹#›</a:t>
            </a:fld>
            <a:endParaRPr lang="en-IN"/>
          </a:p>
        </p:txBody>
      </p:sp>
    </p:spTree>
    <p:extLst>
      <p:ext uri="{BB962C8B-B14F-4D97-AF65-F5344CB8AC3E}">
        <p14:creationId xmlns:p14="http://schemas.microsoft.com/office/powerpoint/2010/main" val="3110143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A0B0C-D8E0-141C-A8B3-109F851B25E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24F1E65-7C2E-D158-42D3-CCB8F4B9C36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986B3B7-A9A3-734D-1475-171DCB5211B0}"/>
              </a:ext>
            </a:extLst>
          </p:cNvPr>
          <p:cNvSpPr>
            <a:spLocks noGrp="1"/>
          </p:cNvSpPr>
          <p:nvPr>
            <p:ph type="dt" sz="half" idx="10"/>
          </p:nvPr>
        </p:nvSpPr>
        <p:spPr/>
        <p:txBody>
          <a:bodyPr/>
          <a:lstStyle/>
          <a:p>
            <a:fld id="{A715306D-701B-4196-8E8C-76420ADB1AFF}" type="datetimeFigureOut">
              <a:rPr lang="en-IN" smtClean="0"/>
              <a:t>12-04-2026</a:t>
            </a:fld>
            <a:endParaRPr lang="en-IN"/>
          </a:p>
        </p:txBody>
      </p:sp>
      <p:sp>
        <p:nvSpPr>
          <p:cNvPr id="5" name="Footer Placeholder 4">
            <a:extLst>
              <a:ext uri="{FF2B5EF4-FFF2-40B4-BE49-F238E27FC236}">
                <a16:creationId xmlns:a16="http://schemas.microsoft.com/office/drawing/2014/main" id="{33DD743E-8E9C-0E27-F410-E9FF7BC2722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F804374-9C4E-C486-53BD-BD8C0A3E8F37}"/>
              </a:ext>
            </a:extLst>
          </p:cNvPr>
          <p:cNvSpPr>
            <a:spLocks noGrp="1"/>
          </p:cNvSpPr>
          <p:nvPr>
            <p:ph type="sldNum" sz="quarter" idx="12"/>
          </p:nvPr>
        </p:nvSpPr>
        <p:spPr/>
        <p:txBody>
          <a:bodyPr/>
          <a:lstStyle/>
          <a:p>
            <a:fld id="{8F1EE383-98D9-4219-B0F9-DA92E0052E85}" type="slidenum">
              <a:rPr lang="en-IN" smtClean="0"/>
              <a:t>‹#›</a:t>
            </a:fld>
            <a:endParaRPr lang="en-IN"/>
          </a:p>
        </p:txBody>
      </p:sp>
    </p:spTree>
    <p:extLst>
      <p:ext uri="{BB962C8B-B14F-4D97-AF65-F5344CB8AC3E}">
        <p14:creationId xmlns:p14="http://schemas.microsoft.com/office/powerpoint/2010/main" val="39523160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198B87-3EFA-97F6-D808-A917CA2AFCC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020D64B-FB55-DF4C-A54D-823917EB8B8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B71A29A-F0D9-B91E-B5FF-BD4D6B88A1A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D2A8967-4DB0-F2A8-E09F-F392DC2E2F48}"/>
              </a:ext>
            </a:extLst>
          </p:cNvPr>
          <p:cNvSpPr>
            <a:spLocks noGrp="1"/>
          </p:cNvSpPr>
          <p:nvPr>
            <p:ph type="dt" sz="half" idx="10"/>
          </p:nvPr>
        </p:nvSpPr>
        <p:spPr/>
        <p:txBody>
          <a:bodyPr/>
          <a:lstStyle/>
          <a:p>
            <a:fld id="{A715306D-701B-4196-8E8C-76420ADB1AFF}" type="datetimeFigureOut">
              <a:rPr lang="en-IN" smtClean="0"/>
              <a:t>12-04-2026</a:t>
            </a:fld>
            <a:endParaRPr lang="en-IN"/>
          </a:p>
        </p:txBody>
      </p:sp>
      <p:sp>
        <p:nvSpPr>
          <p:cNvPr id="6" name="Footer Placeholder 5">
            <a:extLst>
              <a:ext uri="{FF2B5EF4-FFF2-40B4-BE49-F238E27FC236}">
                <a16:creationId xmlns:a16="http://schemas.microsoft.com/office/drawing/2014/main" id="{2545D00D-6181-5BF6-F771-19ACB7C65C7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5811D8E-AA74-59A2-DB1C-4F5BE1C2D65B}"/>
              </a:ext>
            </a:extLst>
          </p:cNvPr>
          <p:cNvSpPr>
            <a:spLocks noGrp="1"/>
          </p:cNvSpPr>
          <p:nvPr>
            <p:ph type="sldNum" sz="quarter" idx="12"/>
          </p:nvPr>
        </p:nvSpPr>
        <p:spPr/>
        <p:txBody>
          <a:bodyPr/>
          <a:lstStyle/>
          <a:p>
            <a:fld id="{8F1EE383-98D9-4219-B0F9-DA92E0052E85}" type="slidenum">
              <a:rPr lang="en-IN" smtClean="0"/>
              <a:t>‹#›</a:t>
            </a:fld>
            <a:endParaRPr lang="en-IN"/>
          </a:p>
        </p:txBody>
      </p:sp>
    </p:spTree>
    <p:extLst>
      <p:ext uri="{BB962C8B-B14F-4D97-AF65-F5344CB8AC3E}">
        <p14:creationId xmlns:p14="http://schemas.microsoft.com/office/powerpoint/2010/main" val="1253967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3FE4C-391F-72D1-FFCD-3512A66CAE3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80EC67F-0C41-9815-CDDC-AE9C2124036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D0ADD20-779B-3A02-41F8-DC5AAE43DBB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34589D2-AF47-96E7-121B-9D2681E4522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8E9AF07-A7C8-1A55-1912-EFF33E44E78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DD1D19C-087F-A869-2BDE-B85044374925}"/>
              </a:ext>
            </a:extLst>
          </p:cNvPr>
          <p:cNvSpPr>
            <a:spLocks noGrp="1"/>
          </p:cNvSpPr>
          <p:nvPr>
            <p:ph type="dt" sz="half" idx="10"/>
          </p:nvPr>
        </p:nvSpPr>
        <p:spPr/>
        <p:txBody>
          <a:bodyPr/>
          <a:lstStyle/>
          <a:p>
            <a:fld id="{A715306D-701B-4196-8E8C-76420ADB1AFF}" type="datetimeFigureOut">
              <a:rPr lang="en-IN" smtClean="0"/>
              <a:t>12-04-2026</a:t>
            </a:fld>
            <a:endParaRPr lang="en-IN"/>
          </a:p>
        </p:txBody>
      </p:sp>
      <p:sp>
        <p:nvSpPr>
          <p:cNvPr id="8" name="Footer Placeholder 7">
            <a:extLst>
              <a:ext uri="{FF2B5EF4-FFF2-40B4-BE49-F238E27FC236}">
                <a16:creationId xmlns:a16="http://schemas.microsoft.com/office/drawing/2014/main" id="{6AC51128-5C0E-9A2C-DABD-206D589AC72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2EF59E3-6EC6-C808-12FF-14EF82E65871}"/>
              </a:ext>
            </a:extLst>
          </p:cNvPr>
          <p:cNvSpPr>
            <a:spLocks noGrp="1"/>
          </p:cNvSpPr>
          <p:nvPr>
            <p:ph type="sldNum" sz="quarter" idx="12"/>
          </p:nvPr>
        </p:nvSpPr>
        <p:spPr/>
        <p:txBody>
          <a:bodyPr/>
          <a:lstStyle/>
          <a:p>
            <a:fld id="{8F1EE383-98D9-4219-B0F9-DA92E0052E85}" type="slidenum">
              <a:rPr lang="en-IN" smtClean="0"/>
              <a:t>‹#›</a:t>
            </a:fld>
            <a:endParaRPr lang="en-IN"/>
          </a:p>
        </p:txBody>
      </p:sp>
    </p:spTree>
    <p:extLst>
      <p:ext uri="{BB962C8B-B14F-4D97-AF65-F5344CB8AC3E}">
        <p14:creationId xmlns:p14="http://schemas.microsoft.com/office/powerpoint/2010/main" val="2839801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DF40B-2D9B-E460-10EE-CBDD128564E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42DDBB6-0C3F-4F4D-5E4D-6520D066C881}"/>
              </a:ext>
            </a:extLst>
          </p:cNvPr>
          <p:cNvSpPr>
            <a:spLocks noGrp="1"/>
          </p:cNvSpPr>
          <p:nvPr>
            <p:ph type="dt" sz="half" idx="10"/>
          </p:nvPr>
        </p:nvSpPr>
        <p:spPr/>
        <p:txBody>
          <a:bodyPr/>
          <a:lstStyle/>
          <a:p>
            <a:fld id="{A715306D-701B-4196-8E8C-76420ADB1AFF}" type="datetimeFigureOut">
              <a:rPr lang="en-IN" smtClean="0"/>
              <a:t>12-04-2026</a:t>
            </a:fld>
            <a:endParaRPr lang="en-IN"/>
          </a:p>
        </p:txBody>
      </p:sp>
      <p:sp>
        <p:nvSpPr>
          <p:cNvPr id="4" name="Footer Placeholder 3">
            <a:extLst>
              <a:ext uri="{FF2B5EF4-FFF2-40B4-BE49-F238E27FC236}">
                <a16:creationId xmlns:a16="http://schemas.microsoft.com/office/drawing/2014/main" id="{508D973A-51B8-F906-2038-1AF136E346E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CC07DAE-4863-F8F5-6B53-34A9C5DCF815}"/>
              </a:ext>
            </a:extLst>
          </p:cNvPr>
          <p:cNvSpPr>
            <a:spLocks noGrp="1"/>
          </p:cNvSpPr>
          <p:nvPr>
            <p:ph type="sldNum" sz="quarter" idx="12"/>
          </p:nvPr>
        </p:nvSpPr>
        <p:spPr/>
        <p:txBody>
          <a:bodyPr/>
          <a:lstStyle/>
          <a:p>
            <a:fld id="{8F1EE383-98D9-4219-B0F9-DA92E0052E85}" type="slidenum">
              <a:rPr lang="en-IN" smtClean="0"/>
              <a:t>‹#›</a:t>
            </a:fld>
            <a:endParaRPr lang="en-IN"/>
          </a:p>
        </p:txBody>
      </p:sp>
    </p:spTree>
    <p:extLst>
      <p:ext uri="{BB962C8B-B14F-4D97-AF65-F5344CB8AC3E}">
        <p14:creationId xmlns:p14="http://schemas.microsoft.com/office/powerpoint/2010/main" val="215274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8E1A129-952D-D7DB-A1D4-ECE8EE59C399}"/>
              </a:ext>
            </a:extLst>
          </p:cNvPr>
          <p:cNvSpPr>
            <a:spLocks noGrp="1"/>
          </p:cNvSpPr>
          <p:nvPr>
            <p:ph type="dt" sz="half" idx="10"/>
          </p:nvPr>
        </p:nvSpPr>
        <p:spPr/>
        <p:txBody>
          <a:bodyPr/>
          <a:lstStyle/>
          <a:p>
            <a:fld id="{A715306D-701B-4196-8E8C-76420ADB1AFF}" type="datetimeFigureOut">
              <a:rPr lang="en-IN" smtClean="0"/>
              <a:t>12-04-2026</a:t>
            </a:fld>
            <a:endParaRPr lang="en-IN"/>
          </a:p>
        </p:txBody>
      </p:sp>
      <p:sp>
        <p:nvSpPr>
          <p:cNvPr id="3" name="Footer Placeholder 2">
            <a:extLst>
              <a:ext uri="{FF2B5EF4-FFF2-40B4-BE49-F238E27FC236}">
                <a16:creationId xmlns:a16="http://schemas.microsoft.com/office/drawing/2014/main" id="{F2BFE88F-2E2D-3421-0AC3-C155E5800D9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588B1AF-95E9-4B6D-0372-AB9841C48CD6}"/>
              </a:ext>
            </a:extLst>
          </p:cNvPr>
          <p:cNvSpPr>
            <a:spLocks noGrp="1"/>
          </p:cNvSpPr>
          <p:nvPr>
            <p:ph type="sldNum" sz="quarter" idx="12"/>
          </p:nvPr>
        </p:nvSpPr>
        <p:spPr/>
        <p:txBody>
          <a:bodyPr/>
          <a:lstStyle/>
          <a:p>
            <a:fld id="{8F1EE383-98D9-4219-B0F9-DA92E0052E85}" type="slidenum">
              <a:rPr lang="en-IN" smtClean="0"/>
              <a:t>‹#›</a:t>
            </a:fld>
            <a:endParaRPr lang="en-IN"/>
          </a:p>
        </p:txBody>
      </p:sp>
    </p:spTree>
    <p:extLst>
      <p:ext uri="{BB962C8B-B14F-4D97-AF65-F5344CB8AC3E}">
        <p14:creationId xmlns:p14="http://schemas.microsoft.com/office/powerpoint/2010/main" val="39060234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9FC76-8A8C-7F20-62A3-B7A5C3A87B1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24F807C-4B61-6B61-1A26-667AA4F7631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B1DEEDC-CF0A-308B-D767-CE33AD15F6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5B79B5E-E8DB-E65F-837A-C4300765E918}"/>
              </a:ext>
            </a:extLst>
          </p:cNvPr>
          <p:cNvSpPr>
            <a:spLocks noGrp="1"/>
          </p:cNvSpPr>
          <p:nvPr>
            <p:ph type="dt" sz="half" idx="10"/>
          </p:nvPr>
        </p:nvSpPr>
        <p:spPr/>
        <p:txBody>
          <a:bodyPr/>
          <a:lstStyle/>
          <a:p>
            <a:fld id="{A715306D-701B-4196-8E8C-76420ADB1AFF}" type="datetimeFigureOut">
              <a:rPr lang="en-IN" smtClean="0"/>
              <a:t>12-04-2026</a:t>
            </a:fld>
            <a:endParaRPr lang="en-IN"/>
          </a:p>
        </p:txBody>
      </p:sp>
      <p:sp>
        <p:nvSpPr>
          <p:cNvPr id="6" name="Footer Placeholder 5">
            <a:extLst>
              <a:ext uri="{FF2B5EF4-FFF2-40B4-BE49-F238E27FC236}">
                <a16:creationId xmlns:a16="http://schemas.microsoft.com/office/drawing/2014/main" id="{FD7C4EAC-36C4-79A8-D6EA-6B7E7C02D5B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CDA1576-FF1A-4407-D126-CE1D8AE0C28E}"/>
              </a:ext>
            </a:extLst>
          </p:cNvPr>
          <p:cNvSpPr>
            <a:spLocks noGrp="1"/>
          </p:cNvSpPr>
          <p:nvPr>
            <p:ph type="sldNum" sz="quarter" idx="12"/>
          </p:nvPr>
        </p:nvSpPr>
        <p:spPr/>
        <p:txBody>
          <a:bodyPr/>
          <a:lstStyle/>
          <a:p>
            <a:fld id="{8F1EE383-98D9-4219-B0F9-DA92E0052E85}" type="slidenum">
              <a:rPr lang="en-IN" smtClean="0"/>
              <a:t>‹#›</a:t>
            </a:fld>
            <a:endParaRPr lang="en-IN"/>
          </a:p>
        </p:txBody>
      </p:sp>
    </p:spTree>
    <p:extLst>
      <p:ext uri="{BB962C8B-B14F-4D97-AF65-F5344CB8AC3E}">
        <p14:creationId xmlns:p14="http://schemas.microsoft.com/office/powerpoint/2010/main" val="28552995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A89D2-BB83-3B5F-2089-0FA9ACD0C8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611657B-0F45-6E00-E25E-481A92966B6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364B00F-3BF7-96B4-3D0C-C5970B49E6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317831-14DD-C03A-E173-0ACC0A7036E8}"/>
              </a:ext>
            </a:extLst>
          </p:cNvPr>
          <p:cNvSpPr>
            <a:spLocks noGrp="1"/>
          </p:cNvSpPr>
          <p:nvPr>
            <p:ph type="dt" sz="half" idx="10"/>
          </p:nvPr>
        </p:nvSpPr>
        <p:spPr/>
        <p:txBody>
          <a:bodyPr/>
          <a:lstStyle/>
          <a:p>
            <a:fld id="{A715306D-701B-4196-8E8C-76420ADB1AFF}" type="datetimeFigureOut">
              <a:rPr lang="en-IN" smtClean="0"/>
              <a:t>12-04-2026</a:t>
            </a:fld>
            <a:endParaRPr lang="en-IN"/>
          </a:p>
        </p:txBody>
      </p:sp>
      <p:sp>
        <p:nvSpPr>
          <p:cNvPr id="6" name="Footer Placeholder 5">
            <a:extLst>
              <a:ext uri="{FF2B5EF4-FFF2-40B4-BE49-F238E27FC236}">
                <a16:creationId xmlns:a16="http://schemas.microsoft.com/office/drawing/2014/main" id="{DD3898D2-600E-98B0-C1E6-F6A1A87C6F8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58F22A3-FDE7-EB91-BECD-E8AC6A6DE15C}"/>
              </a:ext>
            </a:extLst>
          </p:cNvPr>
          <p:cNvSpPr>
            <a:spLocks noGrp="1"/>
          </p:cNvSpPr>
          <p:nvPr>
            <p:ph type="sldNum" sz="quarter" idx="12"/>
          </p:nvPr>
        </p:nvSpPr>
        <p:spPr/>
        <p:txBody>
          <a:bodyPr/>
          <a:lstStyle/>
          <a:p>
            <a:fld id="{8F1EE383-98D9-4219-B0F9-DA92E0052E85}" type="slidenum">
              <a:rPr lang="en-IN" smtClean="0"/>
              <a:t>‹#›</a:t>
            </a:fld>
            <a:endParaRPr lang="en-IN"/>
          </a:p>
        </p:txBody>
      </p:sp>
    </p:spTree>
    <p:extLst>
      <p:ext uri="{BB962C8B-B14F-4D97-AF65-F5344CB8AC3E}">
        <p14:creationId xmlns:p14="http://schemas.microsoft.com/office/powerpoint/2010/main" val="32707290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3D4B8A-FC91-EA4B-378F-F2EECFAB33A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324CBAF-B6ED-034A-6ECD-E3FC1D8DAE9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D7F6718-9AFA-71CF-96EB-9C905DD9DE24}"/>
              </a:ext>
            </a:extLst>
          </p:cNvPr>
          <p:cNvSpPr>
            <a:spLocks noGrp="1"/>
          </p:cNvSpPr>
          <p:nvPr>
            <p:ph type="dt" sz="half" idx="10"/>
          </p:nvPr>
        </p:nvSpPr>
        <p:spPr/>
        <p:txBody>
          <a:bodyPr/>
          <a:lstStyle/>
          <a:p>
            <a:fld id="{A715306D-701B-4196-8E8C-76420ADB1AFF}" type="datetimeFigureOut">
              <a:rPr lang="en-IN" smtClean="0"/>
              <a:t>12-04-2026</a:t>
            </a:fld>
            <a:endParaRPr lang="en-IN"/>
          </a:p>
        </p:txBody>
      </p:sp>
      <p:sp>
        <p:nvSpPr>
          <p:cNvPr id="5" name="Footer Placeholder 4">
            <a:extLst>
              <a:ext uri="{FF2B5EF4-FFF2-40B4-BE49-F238E27FC236}">
                <a16:creationId xmlns:a16="http://schemas.microsoft.com/office/drawing/2014/main" id="{59ACED84-0ACA-8BF5-01BF-F52B8F339C1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7BAFAF9-DC54-848D-3538-8382C74CCA20}"/>
              </a:ext>
            </a:extLst>
          </p:cNvPr>
          <p:cNvSpPr>
            <a:spLocks noGrp="1"/>
          </p:cNvSpPr>
          <p:nvPr>
            <p:ph type="sldNum" sz="quarter" idx="12"/>
          </p:nvPr>
        </p:nvSpPr>
        <p:spPr/>
        <p:txBody>
          <a:bodyPr/>
          <a:lstStyle/>
          <a:p>
            <a:fld id="{8F1EE383-98D9-4219-B0F9-DA92E0052E85}" type="slidenum">
              <a:rPr lang="en-IN" smtClean="0"/>
              <a:t>‹#›</a:t>
            </a:fld>
            <a:endParaRPr lang="en-IN"/>
          </a:p>
        </p:txBody>
      </p:sp>
    </p:spTree>
    <p:extLst>
      <p:ext uri="{BB962C8B-B14F-4D97-AF65-F5344CB8AC3E}">
        <p14:creationId xmlns:p14="http://schemas.microsoft.com/office/powerpoint/2010/main" val="30773107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835CFB4-6464-4CE3-FF6D-608A00BADC2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AC8F73D-A51B-318E-F82D-ECA8EDB230A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1E68058-E958-D62B-8B71-86F9B6A4B0E7}"/>
              </a:ext>
            </a:extLst>
          </p:cNvPr>
          <p:cNvSpPr>
            <a:spLocks noGrp="1"/>
          </p:cNvSpPr>
          <p:nvPr>
            <p:ph type="dt" sz="half" idx="10"/>
          </p:nvPr>
        </p:nvSpPr>
        <p:spPr/>
        <p:txBody>
          <a:bodyPr/>
          <a:lstStyle/>
          <a:p>
            <a:fld id="{A715306D-701B-4196-8E8C-76420ADB1AFF}" type="datetimeFigureOut">
              <a:rPr lang="en-IN" smtClean="0"/>
              <a:t>12-04-2026</a:t>
            </a:fld>
            <a:endParaRPr lang="en-IN"/>
          </a:p>
        </p:txBody>
      </p:sp>
      <p:sp>
        <p:nvSpPr>
          <p:cNvPr id="5" name="Footer Placeholder 4">
            <a:extLst>
              <a:ext uri="{FF2B5EF4-FFF2-40B4-BE49-F238E27FC236}">
                <a16:creationId xmlns:a16="http://schemas.microsoft.com/office/drawing/2014/main" id="{89905BE2-7A91-E61C-2C8D-98E5D321F34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DFB773D-11CD-7694-5545-693D511D372E}"/>
              </a:ext>
            </a:extLst>
          </p:cNvPr>
          <p:cNvSpPr>
            <a:spLocks noGrp="1"/>
          </p:cNvSpPr>
          <p:nvPr>
            <p:ph type="sldNum" sz="quarter" idx="12"/>
          </p:nvPr>
        </p:nvSpPr>
        <p:spPr/>
        <p:txBody>
          <a:bodyPr/>
          <a:lstStyle/>
          <a:p>
            <a:fld id="{8F1EE383-98D9-4219-B0F9-DA92E0052E85}" type="slidenum">
              <a:rPr lang="en-IN" smtClean="0"/>
              <a:t>‹#›</a:t>
            </a:fld>
            <a:endParaRPr lang="en-IN"/>
          </a:p>
        </p:txBody>
      </p:sp>
    </p:spTree>
    <p:extLst>
      <p:ext uri="{BB962C8B-B14F-4D97-AF65-F5344CB8AC3E}">
        <p14:creationId xmlns:p14="http://schemas.microsoft.com/office/powerpoint/2010/main" val="3541148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8AEB8EE-B97F-D0CD-387E-4D8614F48DB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5ADD0A9-ED07-DBB1-A023-0C909FF6CBD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FBB159E-6FD8-306F-95F9-81313753731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715306D-701B-4196-8E8C-76420ADB1AFF}" type="datetimeFigureOut">
              <a:rPr lang="en-IN" smtClean="0"/>
              <a:t>12-04-2026</a:t>
            </a:fld>
            <a:endParaRPr lang="en-IN"/>
          </a:p>
        </p:txBody>
      </p:sp>
      <p:sp>
        <p:nvSpPr>
          <p:cNvPr id="5" name="Footer Placeholder 4">
            <a:extLst>
              <a:ext uri="{FF2B5EF4-FFF2-40B4-BE49-F238E27FC236}">
                <a16:creationId xmlns:a16="http://schemas.microsoft.com/office/drawing/2014/main" id="{EC29CAE4-BE4D-D1F1-491C-80A0A77966E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3D20B60-13BA-097C-CCAA-41D4780BEF3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F1EE383-98D9-4219-B0F9-DA92E0052E85}" type="slidenum">
              <a:rPr lang="en-IN" smtClean="0"/>
              <a:t>‹#›</a:t>
            </a:fld>
            <a:endParaRPr lang="en-IN"/>
          </a:p>
        </p:txBody>
      </p:sp>
    </p:spTree>
    <p:extLst>
      <p:ext uri="{BB962C8B-B14F-4D97-AF65-F5344CB8AC3E}">
        <p14:creationId xmlns:p14="http://schemas.microsoft.com/office/powerpoint/2010/main" val="29565038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81C1A86-8956-907A-4811-4E8F27559BE6}"/>
              </a:ext>
            </a:extLst>
          </p:cNvPr>
          <p:cNvSpPr txBox="1"/>
          <p:nvPr/>
        </p:nvSpPr>
        <p:spPr>
          <a:xfrm>
            <a:off x="230128" y="360846"/>
            <a:ext cx="11750598" cy="461665"/>
          </a:xfrm>
          <a:prstGeom prst="rect">
            <a:avLst/>
          </a:prstGeom>
          <a:noFill/>
        </p:spPr>
        <p:txBody>
          <a:bodyPr wrap="square" rtlCol="0">
            <a:spAutoFit/>
          </a:bodyPr>
          <a:lstStyle/>
          <a:p>
            <a:pPr algn="ctr"/>
            <a:r>
              <a:rPr lang="en-US" sz="2400" b="1" dirty="0">
                <a:solidFill>
                  <a:schemeClr val="accent1">
                    <a:lumMod val="50000"/>
                  </a:schemeClr>
                </a:solidFill>
                <a:latin typeface="Arial" panose="020B0604020202020204" pitchFamily="34" charset="0"/>
                <a:cs typeface="Arial" panose="020B0604020202020204" pitchFamily="34" charset="0"/>
              </a:rPr>
              <a:t>TITLE  FONT ARIAL  SIZE 24</a:t>
            </a:r>
            <a:endParaRPr lang="en-IN" sz="2400" b="1" dirty="0">
              <a:solidFill>
                <a:schemeClr val="accent1">
                  <a:lumMod val="50000"/>
                </a:schemeClr>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3C3E513D-7AFE-53FF-31C9-363C5016C5B8}"/>
              </a:ext>
            </a:extLst>
          </p:cNvPr>
          <p:cNvSpPr txBox="1"/>
          <p:nvPr/>
        </p:nvSpPr>
        <p:spPr>
          <a:xfrm>
            <a:off x="1486436" y="4818746"/>
            <a:ext cx="3594401"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Guided By</a:t>
            </a:r>
          </a:p>
          <a:p>
            <a:r>
              <a:rPr lang="en-US" dirty="0">
                <a:latin typeface="Arial" panose="020B0604020202020204" pitchFamily="34" charset="0"/>
                <a:cs typeface="Arial" panose="020B0604020202020204" pitchFamily="34" charset="0"/>
              </a:rPr>
              <a:t>Prof. </a:t>
            </a:r>
            <a:r>
              <a:rPr lang="en-US" dirty="0" err="1">
                <a:latin typeface="Arial" panose="020B0604020202020204" pitchFamily="34" charset="0"/>
                <a:cs typeface="Arial" panose="020B0604020202020204" pitchFamily="34" charset="0"/>
              </a:rPr>
              <a:t>xxxx</a:t>
            </a:r>
            <a:endParaRPr lang="en-IN"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C76DED92-CCB7-77AA-8FD9-A8124774A3D7}"/>
              </a:ext>
            </a:extLst>
          </p:cNvPr>
          <p:cNvSpPr txBox="1"/>
          <p:nvPr/>
        </p:nvSpPr>
        <p:spPr>
          <a:xfrm>
            <a:off x="7785010" y="4957245"/>
            <a:ext cx="4195716" cy="646331"/>
          </a:xfrm>
          <a:prstGeom prst="rect">
            <a:avLst/>
          </a:prstGeom>
          <a:noFill/>
        </p:spPr>
        <p:txBody>
          <a:bodyPr wrap="square" rtlCol="0">
            <a:spAutoFit/>
          </a:bodyPr>
          <a:lstStyle/>
          <a:p>
            <a:r>
              <a:rPr lang="en-IN" b="1" dirty="0">
                <a:latin typeface="Arial" panose="020B0604020202020204" pitchFamily="34" charset="0"/>
                <a:cs typeface="Arial" panose="020B0604020202020204" pitchFamily="34" charset="0"/>
              </a:rPr>
              <a:t>Submitted by</a:t>
            </a:r>
          </a:p>
          <a:p>
            <a:r>
              <a:rPr lang="en-US" b="1" dirty="0">
                <a:latin typeface="Arial" panose="020B0604020202020204" pitchFamily="34" charset="0"/>
                <a:cs typeface="Arial" panose="020B0604020202020204" pitchFamily="34" charset="0"/>
              </a:rPr>
              <a:t>Name</a:t>
            </a:r>
            <a:endParaRPr lang="en-IN" b="1" dirty="0">
              <a:latin typeface="Arial" panose="020B0604020202020204" pitchFamily="34" charset="0"/>
              <a:cs typeface="Arial" panose="020B0604020202020204" pitchFamily="34" charset="0"/>
            </a:endParaRPr>
          </a:p>
        </p:txBody>
      </p:sp>
      <p:grpSp>
        <p:nvGrpSpPr>
          <p:cNvPr id="18" name="Group 17">
            <a:extLst>
              <a:ext uri="{FF2B5EF4-FFF2-40B4-BE49-F238E27FC236}">
                <a16:creationId xmlns:a16="http://schemas.microsoft.com/office/drawing/2014/main" id="{68237F5B-9ACC-9453-B642-42747FAD1744}"/>
              </a:ext>
            </a:extLst>
          </p:cNvPr>
          <p:cNvGrpSpPr/>
          <p:nvPr/>
        </p:nvGrpSpPr>
        <p:grpSpPr>
          <a:xfrm>
            <a:off x="3143029" y="1276951"/>
            <a:ext cx="5639278" cy="3338242"/>
            <a:chOff x="3143029" y="1306447"/>
            <a:chExt cx="5639278" cy="3338242"/>
          </a:xfrm>
        </p:grpSpPr>
        <p:sp>
          <p:nvSpPr>
            <p:cNvPr id="14" name="TextBox 13">
              <a:extLst>
                <a:ext uri="{FF2B5EF4-FFF2-40B4-BE49-F238E27FC236}">
                  <a16:creationId xmlns:a16="http://schemas.microsoft.com/office/drawing/2014/main" id="{4D81F73F-B314-361B-3EC1-8B2A98D9A385}"/>
                </a:ext>
              </a:extLst>
            </p:cNvPr>
            <p:cNvSpPr txBox="1"/>
            <p:nvPr/>
          </p:nvSpPr>
          <p:spPr>
            <a:xfrm>
              <a:off x="3143029" y="3813692"/>
              <a:ext cx="5639278" cy="830997"/>
            </a:xfrm>
            <a:prstGeom prst="rect">
              <a:avLst/>
            </a:prstGeom>
            <a:noFill/>
          </p:spPr>
          <p:txBody>
            <a:bodyPr wrap="square" rtlCol="0">
              <a:spAutoFit/>
            </a:bodyPr>
            <a:lstStyle/>
            <a:p>
              <a:pPr algn="ctr" rtl="0"/>
              <a:r>
                <a:rPr lang="en-US" sz="2400" b="1" i="0" dirty="0">
                  <a:solidFill>
                    <a:srgbClr val="351C75"/>
                  </a:solidFill>
                  <a:effectLst/>
                  <a:cs typeface="Times New Roman" panose="02020603050405020304" pitchFamily="18" charset="0"/>
                </a:rPr>
                <a:t>Department of Computer Sc</a:t>
              </a:r>
              <a:r>
                <a:rPr lang="en-US" sz="2400" b="1" dirty="0">
                  <a:solidFill>
                    <a:srgbClr val="351C75"/>
                  </a:solidFill>
                  <a:cs typeface="Times New Roman" panose="02020603050405020304" pitchFamily="18" charset="0"/>
                </a:rPr>
                <a:t>ience &amp; Engineering</a:t>
              </a:r>
              <a:endParaRPr lang="en-US" sz="2400" b="1" i="0" dirty="0">
                <a:solidFill>
                  <a:srgbClr val="212121"/>
                </a:solidFill>
                <a:effectLst/>
                <a:cs typeface="Times New Roman" panose="02020603050405020304" pitchFamily="18" charset="0"/>
              </a:endParaRPr>
            </a:p>
          </p:txBody>
        </p:sp>
        <p:pic>
          <p:nvPicPr>
            <p:cNvPr id="17" name="Picture 16">
              <a:extLst>
                <a:ext uri="{FF2B5EF4-FFF2-40B4-BE49-F238E27FC236}">
                  <a16:creationId xmlns:a16="http://schemas.microsoft.com/office/drawing/2014/main" id="{225B69FC-3992-0F1B-A291-7D48849DE9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43468" y="1306447"/>
              <a:ext cx="2438400" cy="2438400"/>
            </a:xfrm>
            <a:prstGeom prst="rect">
              <a:avLst/>
            </a:prstGeom>
          </p:spPr>
        </p:pic>
      </p:grpSp>
    </p:spTree>
    <p:extLst>
      <p:ext uri="{BB962C8B-B14F-4D97-AF65-F5344CB8AC3E}">
        <p14:creationId xmlns:p14="http://schemas.microsoft.com/office/powerpoint/2010/main" val="38451426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2266118-07EC-5C2C-8731-97AB518CF9FA}"/>
              </a:ext>
            </a:extLst>
          </p:cNvPr>
          <p:cNvSpPr txBox="1"/>
          <p:nvPr/>
        </p:nvSpPr>
        <p:spPr>
          <a:xfrm>
            <a:off x="3350588" y="6319521"/>
            <a:ext cx="5471160" cy="507831"/>
          </a:xfrm>
          <a:prstGeom prst="rect">
            <a:avLst/>
          </a:prstGeom>
          <a:noFill/>
        </p:spPr>
        <p:txBody>
          <a:bodyPr wrap="square" rtlCol="0">
            <a:spAutoFit/>
          </a:bodyPr>
          <a:lstStyle/>
          <a:p>
            <a:pPr algn="ctr">
              <a:lnSpc>
                <a:spcPct val="150000"/>
              </a:lnSpc>
            </a:pPr>
            <a:r>
              <a:rPr lang="en-US" sz="900" b="1" dirty="0">
                <a:latin typeface="Times New Roman" pitchFamily="18" charset="0"/>
                <a:cs typeface="Times New Roman" pitchFamily="18" charset="0"/>
              </a:rPr>
              <a:t>Major project Presentation 2026</a:t>
            </a:r>
          </a:p>
          <a:p>
            <a:pPr algn="ctr">
              <a:lnSpc>
                <a:spcPct val="150000"/>
              </a:lnSpc>
            </a:pPr>
            <a:r>
              <a:rPr lang="en-US" sz="900" b="1" dirty="0">
                <a:latin typeface="Times New Roman" pitchFamily="18" charset="0"/>
                <a:cs typeface="Times New Roman" pitchFamily="18" charset="0"/>
              </a:rPr>
              <a:t>Organized by: Department of Computer Science &amp; Engineering, GIET, Baniatangi, 752060</a:t>
            </a:r>
            <a:endParaRPr lang="en-US" sz="700" b="1" dirty="0">
              <a:latin typeface="Times New Roman" pitchFamily="18" charset="0"/>
              <a:cs typeface="Times New Roman" pitchFamily="18" charset="0"/>
            </a:endParaRPr>
          </a:p>
        </p:txBody>
      </p:sp>
      <p:sp>
        <p:nvSpPr>
          <p:cNvPr id="9" name="TextBox 8">
            <a:extLst>
              <a:ext uri="{FF2B5EF4-FFF2-40B4-BE49-F238E27FC236}">
                <a16:creationId xmlns:a16="http://schemas.microsoft.com/office/drawing/2014/main" id="{947E71DB-8DDC-6D6F-0C74-CF6F4CFD25B0}"/>
              </a:ext>
            </a:extLst>
          </p:cNvPr>
          <p:cNvSpPr txBox="1"/>
          <p:nvPr/>
        </p:nvSpPr>
        <p:spPr>
          <a:xfrm>
            <a:off x="4191000" y="116343"/>
            <a:ext cx="3810000" cy="523220"/>
          </a:xfrm>
          <a:prstGeom prst="rect">
            <a:avLst/>
          </a:prstGeom>
          <a:noFill/>
        </p:spPr>
        <p:txBody>
          <a:bodyPr wrap="square" rtlCol="0">
            <a:spAutoFit/>
          </a:bodyPr>
          <a:lstStyle/>
          <a:p>
            <a:pPr algn="ctr"/>
            <a:r>
              <a:rPr lang="en-US" sz="2800" b="1" dirty="0">
                <a:latin typeface="Times New Roman" pitchFamily="18" charset="0"/>
                <a:cs typeface="Times New Roman" pitchFamily="18" charset="0"/>
              </a:rPr>
              <a:t>CONTENTS </a:t>
            </a:r>
            <a:r>
              <a:rPr lang="en-US" sz="1100" b="1" dirty="0">
                <a:latin typeface="Times New Roman" pitchFamily="18" charset="0"/>
                <a:cs typeface="Times New Roman" pitchFamily="18" charset="0"/>
              </a:rPr>
              <a:t>(Times New Roman, 28)</a:t>
            </a:r>
          </a:p>
        </p:txBody>
      </p:sp>
      <p:sp>
        <p:nvSpPr>
          <p:cNvPr id="10" name="TextBox 9">
            <a:extLst>
              <a:ext uri="{FF2B5EF4-FFF2-40B4-BE49-F238E27FC236}">
                <a16:creationId xmlns:a16="http://schemas.microsoft.com/office/drawing/2014/main" id="{4937A4A3-EFA0-D3E1-422F-27E15B13BE67}"/>
              </a:ext>
            </a:extLst>
          </p:cNvPr>
          <p:cNvSpPr txBox="1"/>
          <p:nvPr/>
        </p:nvSpPr>
        <p:spPr>
          <a:xfrm>
            <a:off x="4574458" y="2880852"/>
            <a:ext cx="3810000" cy="923330"/>
          </a:xfrm>
          <a:prstGeom prst="rect">
            <a:avLst/>
          </a:prstGeom>
          <a:noFill/>
        </p:spPr>
        <p:txBody>
          <a:bodyPr wrap="square" rtlCol="0">
            <a:spAutoFit/>
          </a:bodyPr>
          <a:lstStyle/>
          <a:p>
            <a:pPr algn="ctr">
              <a:lnSpc>
                <a:spcPct val="150000"/>
              </a:lnSpc>
            </a:pPr>
            <a:r>
              <a:rPr lang="en-US" b="1" dirty="0">
                <a:latin typeface="Times New Roman" pitchFamily="18" charset="0"/>
                <a:cs typeface="Times New Roman" pitchFamily="18" charset="0"/>
              </a:rPr>
              <a:t>Please specify the list of contents in the upcoming slides.</a:t>
            </a:r>
            <a:endParaRPr lang="en-US" sz="900" b="1" dirty="0">
              <a:latin typeface="Times New Roman" pitchFamily="18" charset="0"/>
              <a:cs typeface="Times New Roman" pitchFamily="18" charset="0"/>
            </a:endParaRPr>
          </a:p>
        </p:txBody>
      </p:sp>
      <p:pic>
        <p:nvPicPr>
          <p:cNvPr id="11" name="Picture 10">
            <a:extLst>
              <a:ext uri="{FF2B5EF4-FFF2-40B4-BE49-F238E27FC236}">
                <a16:creationId xmlns:a16="http://schemas.microsoft.com/office/drawing/2014/main" id="{236821B7-11FF-750D-6371-E90D9D95DC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4353" y="66370"/>
            <a:ext cx="1248463" cy="1248463"/>
          </a:xfrm>
          <a:prstGeom prst="rect">
            <a:avLst/>
          </a:prstGeom>
        </p:spPr>
      </p:pic>
    </p:spTree>
    <p:extLst>
      <p:ext uri="{BB962C8B-B14F-4D97-AF65-F5344CB8AC3E}">
        <p14:creationId xmlns:p14="http://schemas.microsoft.com/office/powerpoint/2010/main" val="20529673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2A5D9CBC-58E6-AA48-D384-A41E992DBFFF}"/>
              </a:ext>
            </a:extLst>
          </p:cNvPr>
          <p:cNvSpPr txBox="1"/>
          <p:nvPr/>
        </p:nvSpPr>
        <p:spPr>
          <a:xfrm>
            <a:off x="3771900" y="116343"/>
            <a:ext cx="4648200" cy="523220"/>
          </a:xfrm>
          <a:prstGeom prst="rect">
            <a:avLst/>
          </a:prstGeom>
          <a:noFill/>
        </p:spPr>
        <p:txBody>
          <a:bodyPr wrap="square" rtlCol="0">
            <a:spAutoFit/>
          </a:bodyPr>
          <a:lstStyle/>
          <a:p>
            <a:pPr algn="ctr"/>
            <a:r>
              <a:rPr lang="en-US" sz="2800" b="1" dirty="0">
                <a:latin typeface="Times New Roman" pitchFamily="18" charset="0"/>
                <a:cs typeface="Times New Roman" pitchFamily="18" charset="0"/>
              </a:rPr>
              <a:t>INTRODUCTION </a:t>
            </a:r>
            <a:r>
              <a:rPr lang="en-US" sz="1100" b="1" dirty="0">
                <a:latin typeface="Times New Roman" pitchFamily="18" charset="0"/>
                <a:cs typeface="Times New Roman" pitchFamily="18" charset="0"/>
              </a:rPr>
              <a:t>(Times New Roman, 28)</a:t>
            </a:r>
          </a:p>
        </p:txBody>
      </p:sp>
      <p:sp>
        <p:nvSpPr>
          <p:cNvPr id="10" name="TextBox 9">
            <a:extLst>
              <a:ext uri="{FF2B5EF4-FFF2-40B4-BE49-F238E27FC236}">
                <a16:creationId xmlns:a16="http://schemas.microsoft.com/office/drawing/2014/main" id="{FD0CF507-B83C-5085-1C56-0837F8DD620A}"/>
              </a:ext>
            </a:extLst>
          </p:cNvPr>
          <p:cNvSpPr txBox="1"/>
          <p:nvPr/>
        </p:nvSpPr>
        <p:spPr>
          <a:xfrm>
            <a:off x="4191000" y="2133600"/>
            <a:ext cx="3810000" cy="2169825"/>
          </a:xfrm>
          <a:prstGeom prst="rect">
            <a:avLst/>
          </a:prstGeom>
          <a:noFill/>
        </p:spPr>
        <p:txBody>
          <a:bodyPr wrap="square" rtlCol="0">
            <a:spAutoFit/>
          </a:bodyPr>
          <a:lstStyle/>
          <a:p>
            <a:pPr algn="ctr">
              <a:lnSpc>
                <a:spcPct val="150000"/>
              </a:lnSpc>
            </a:pPr>
            <a:r>
              <a:rPr lang="en-US" b="1" dirty="0">
                <a:latin typeface="Times New Roman" pitchFamily="18" charset="0"/>
                <a:cs typeface="Times New Roman" pitchFamily="18" charset="0"/>
              </a:rPr>
              <a:t>Share some basic details about the project e.g., motivations and significance of the project. Graphical representation (UI) and flowchart are highly desirable for this slide.</a:t>
            </a:r>
            <a:endParaRPr lang="en-US" sz="900" b="1" dirty="0">
              <a:latin typeface="Times New Roman" pitchFamily="18" charset="0"/>
              <a:cs typeface="Times New Roman" pitchFamily="18" charset="0"/>
            </a:endParaRPr>
          </a:p>
        </p:txBody>
      </p:sp>
      <p:pic>
        <p:nvPicPr>
          <p:cNvPr id="11" name="Picture 10">
            <a:extLst>
              <a:ext uri="{FF2B5EF4-FFF2-40B4-BE49-F238E27FC236}">
                <a16:creationId xmlns:a16="http://schemas.microsoft.com/office/drawing/2014/main" id="{1E5C0D9B-AFF5-F0D4-54F1-228B55E890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4353" y="66370"/>
            <a:ext cx="1248463" cy="1248463"/>
          </a:xfrm>
          <a:prstGeom prst="rect">
            <a:avLst/>
          </a:prstGeom>
        </p:spPr>
      </p:pic>
      <p:sp>
        <p:nvSpPr>
          <p:cNvPr id="12" name="TextBox 11">
            <a:extLst>
              <a:ext uri="{FF2B5EF4-FFF2-40B4-BE49-F238E27FC236}">
                <a16:creationId xmlns:a16="http://schemas.microsoft.com/office/drawing/2014/main" id="{1B5B3DD9-E999-9B49-433E-EC5AFE8CDA13}"/>
              </a:ext>
            </a:extLst>
          </p:cNvPr>
          <p:cNvSpPr txBox="1"/>
          <p:nvPr/>
        </p:nvSpPr>
        <p:spPr>
          <a:xfrm>
            <a:off x="3350588" y="6319521"/>
            <a:ext cx="5471160" cy="507831"/>
          </a:xfrm>
          <a:prstGeom prst="rect">
            <a:avLst/>
          </a:prstGeom>
          <a:noFill/>
        </p:spPr>
        <p:txBody>
          <a:bodyPr wrap="square" rtlCol="0">
            <a:spAutoFit/>
          </a:bodyPr>
          <a:lstStyle/>
          <a:p>
            <a:pPr algn="ctr">
              <a:lnSpc>
                <a:spcPct val="150000"/>
              </a:lnSpc>
            </a:pPr>
            <a:r>
              <a:rPr lang="en-US" sz="900" b="1" dirty="0">
                <a:latin typeface="Times New Roman" pitchFamily="18" charset="0"/>
                <a:cs typeface="Times New Roman" pitchFamily="18" charset="0"/>
              </a:rPr>
              <a:t>Major project Presentation 2026</a:t>
            </a:r>
          </a:p>
          <a:p>
            <a:pPr algn="ctr">
              <a:lnSpc>
                <a:spcPct val="150000"/>
              </a:lnSpc>
            </a:pPr>
            <a:r>
              <a:rPr lang="en-US" sz="900" b="1" dirty="0">
                <a:latin typeface="Times New Roman" pitchFamily="18" charset="0"/>
                <a:cs typeface="Times New Roman" pitchFamily="18" charset="0"/>
              </a:rPr>
              <a:t>Organized by: Department of Computer Science &amp; Engineering, GIET, Baniatangi, 752060</a:t>
            </a:r>
            <a:endParaRPr lang="en-US" sz="700" b="1" dirty="0">
              <a:latin typeface="Times New Roman" pitchFamily="18" charset="0"/>
              <a:cs typeface="Times New Roman" pitchFamily="18" charset="0"/>
            </a:endParaRPr>
          </a:p>
        </p:txBody>
      </p:sp>
    </p:spTree>
    <p:extLst>
      <p:ext uri="{BB962C8B-B14F-4D97-AF65-F5344CB8AC3E}">
        <p14:creationId xmlns:p14="http://schemas.microsoft.com/office/powerpoint/2010/main" val="21790290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9AE70-A3A0-39D6-B62C-C36166E6CB67}"/>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C2BDD2C7-17EF-63B7-C2D8-AEE2A1577A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4353" y="66370"/>
            <a:ext cx="1248463" cy="1248463"/>
          </a:xfrm>
          <a:prstGeom prst="rect">
            <a:avLst/>
          </a:prstGeom>
        </p:spPr>
      </p:pic>
      <p:sp>
        <p:nvSpPr>
          <p:cNvPr id="12" name="TextBox 11">
            <a:extLst>
              <a:ext uri="{FF2B5EF4-FFF2-40B4-BE49-F238E27FC236}">
                <a16:creationId xmlns:a16="http://schemas.microsoft.com/office/drawing/2014/main" id="{5B7A8156-0EFD-6ED3-5E36-D8D6A10B2A10}"/>
              </a:ext>
            </a:extLst>
          </p:cNvPr>
          <p:cNvSpPr txBox="1"/>
          <p:nvPr/>
        </p:nvSpPr>
        <p:spPr>
          <a:xfrm>
            <a:off x="3350588" y="6319521"/>
            <a:ext cx="5471160" cy="507831"/>
          </a:xfrm>
          <a:prstGeom prst="rect">
            <a:avLst/>
          </a:prstGeom>
          <a:noFill/>
        </p:spPr>
        <p:txBody>
          <a:bodyPr wrap="square" rtlCol="0">
            <a:spAutoFit/>
          </a:bodyPr>
          <a:lstStyle/>
          <a:p>
            <a:pPr algn="ctr">
              <a:lnSpc>
                <a:spcPct val="150000"/>
              </a:lnSpc>
            </a:pPr>
            <a:r>
              <a:rPr lang="en-US" sz="900" b="1" dirty="0">
                <a:latin typeface="Times New Roman" pitchFamily="18" charset="0"/>
                <a:cs typeface="Times New Roman" pitchFamily="18" charset="0"/>
              </a:rPr>
              <a:t>Major project Presentation 2026</a:t>
            </a:r>
          </a:p>
          <a:p>
            <a:pPr algn="ctr">
              <a:lnSpc>
                <a:spcPct val="150000"/>
              </a:lnSpc>
            </a:pPr>
            <a:r>
              <a:rPr lang="en-US" sz="900" b="1" dirty="0">
                <a:latin typeface="Times New Roman" pitchFamily="18" charset="0"/>
                <a:cs typeface="Times New Roman" pitchFamily="18" charset="0"/>
              </a:rPr>
              <a:t>Organized by: Department of Computer Science &amp; Engineering, GIET, Baniatangi, 752060</a:t>
            </a:r>
            <a:endParaRPr lang="en-US" sz="700" b="1" dirty="0">
              <a:latin typeface="Times New Roman" pitchFamily="18" charset="0"/>
              <a:cs typeface="Times New Roman" pitchFamily="18" charset="0"/>
            </a:endParaRPr>
          </a:p>
        </p:txBody>
      </p:sp>
      <p:sp>
        <p:nvSpPr>
          <p:cNvPr id="2" name="TextBox 1">
            <a:extLst>
              <a:ext uri="{FF2B5EF4-FFF2-40B4-BE49-F238E27FC236}">
                <a16:creationId xmlns:a16="http://schemas.microsoft.com/office/drawing/2014/main" id="{C4C57BCC-2B05-E2D9-DD87-4EB13BB8966B}"/>
              </a:ext>
            </a:extLst>
          </p:cNvPr>
          <p:cNvSpPr txBox="1"/>
          <p:nvPr/>
        </p:nvSpPr>
        <p:spPr>
          <a:xfrm>
            <a:off x="4076700" y="116343"/>
            <a:ext cx="4038600" cy="523220"/>
          </a:xfrm>
          <a:prstGeom prst="rect">
            <a:avLst/>
          </a:prstGeom>
          <a:noFill/>
        </p:spPr>
        <p:txBody>
          <a:bodyPr wrap="square" rtlCol="0">
            <a:spAutoFit/>
          </a:bodyPr>
          <a:lstStyle/>
          <a:p>
            <a:pPr algn="ctr"/>
            <a:r>
              <a:rPr lang="en-US" sz="2800" b="1" dirty="0">
                <a:latin typeface="Times New Roman" pitchFamily="18" charset="0"/>
                <a:cs typeface="Times New Roman" pitchFamily="18" charset="0"/>
              </a:rPr>
              <a:t>OBJECTIVES </a:t>
            </a:r>
            <a:r>
              <a:rPr lang="en-US" sz="1100" b="1" dirty="0">
                <a:latin typeface="Times New Roman" pitchFamily="18" charset="0"/>
                <a:cs typeface="Times New Roman" pitchFamily="18" charset="0"/>
              </a:rPr>
              <a:t>(Times New Roman, 28)</a:t>
            </a:r>
          </a:p>
        </p:txBody>
      </p:sp>
      <p:sp>
        <p:nvSpPr>
          <p:cNvPr id="3" name="TextBox 2">
            <a:extLst>
              <a:ext uri="{FF2B5EF4-FFF2-40B4-BE49-F238E27FC236}">
                <a16:creationId xmlns:a16="http://schemas.microsoft.com/office/drawing/2014/main" id="{CB560B00-4185-7AE9-9363-9F48F07B50A1}"/>
              </a:ext>
            </a:extLst>
          </p:cNvPr>
          <p:cNvSpPr txBox="1"/>
          <p:nvPr/>
        </p:nvSpPr>
        <p:spPr>
          <a:xfrm>
            <a:off x="4191000" y="2133600"/>
            <a:ext cx="3810000" cy="873572"/>
          </a:xfrm>
          <a:prstGeom prst="rect">
            <a:avLst/>
          </a:prstGeom>
          <a:noFill/>
        </p:spPr>
        <p:txBody>
          <a:bodyPr wrap="square" rtlCol="0">
            <a:spAutoFit/>
          </a:bodyPr>
          <a:lstStyle/>
          <a:p>
            <a:pPr algn="ctr">
              <a:lnSpc>
                <a:spcPct val="150000"/>
              </a:lnSpc>
            </a:pPr>
            <a:r>
              <a:rPr lang="en-US" b="1" dirty="0">
                <a:latin typeface="Times New Roman" pitchFamily="18" charset="0"/>
                <a:cs typeface="Times New Roman" pitchFamily="18" charset="0"/>
              </a:rPr>
              <a:t>Please specify the core objectives of the PROJECT in few bullet points.</a:t>
            </a:r>
            <a:endParaRPr lang="en-US" sz="900" b="1" dirty="0">
              <a:latin typeface="Times New Roman" pitchFamily="18" charset="0"/>
              <a:cs typeface="Times New Roman" pitchFamily="18" charset="0"/>
            </a:endParaRPr>
          </a:p>
        </p:txBody>
      </p:sp>
    </p:spTree>
    <p:extLst>
      <p:ext uri="{BB962C8B-B14F-4D97-AF65-F5344CB8AC3E}">
        <p14:creationId xmlns:p14="http://schemas.microsoft.com/office/powerpoint/2010/main" val="31872553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35F5F96A-96BE-1D69-72EA-ECE001E654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4353" y="66370"/>
            <a:ext cx="1248463" cy="1248463"/>
          </a:xfrm>
          <a:prstGeom prst="rect">
            <a:avLst/>
          </a:prstGeom>
        </p:spPr>
      </p:pic>
      <p:sp>
        <p:nvSpPr>
          <p:cNvPr id="13" name="TextBox 12">
            <a:extLst>
              <a:ext uri="{FF2B5EF4-FFF2-40B4-BE49-F238E27FC236}">
                <a16:creationId xmlns:a16="http://schemas.microsoft.com/office/drawing/2014/main" id="{6E7F87DB-EFA6-5B96-9630-3CEED73B0954}"/>
              </a:ext>
            </a:extLst>
          </p:cNvPr>
          <p:cNvSpPr txBox="1"/>
          <p:nvPr/>
        </p:nvSpPr>
        <p:spPr>
          <a:xfrm>
            <a:off x="3350588" y="6319521"/>
            <a:ext cx="5471160" cy="507831"/>
          </a:xfrm>
          <a:prstGeom prst="rect">
            <a:avLst/>
          </a:prstGeom>
          <a:noFill/>
        </p:spPr>
        <p:txBody>
          <a:bodyPr wrap="square" rtlCol="0">
            <a:spAutoFit/>
          </a:bodyPr>
          <a:lstStyle/>
          <a:p>
            <a:pPr algn="ctr">
              <a:lnSpc>
                <a:spcPct val="150000"/>
              </a:lnSpc>
            </a:pPr>
            <a:r>
              <a:rPr lang="en-US" sz="900" b="1" dirty="0">
                <a:latin typeface="Times New Roman" pitchFamily="18" charset="0"/>
                <a:cs typeface="Times New Roman" pitchFamily="18" charset="0"/>
              </a:rPr>
              <a:t>Major project Presentation 2026</a:t>
            </a:r>
          </a:p>
          <a:p>
            <a:pPr algn="ctr">
              <a:lnSpc>
                <a:spcPct val="150000"/>
              </a:lnSpc>
            </a:pPr>
            <a:r>
              <a:rPr lang="en-US" sz="900" b="1" dirty="0">
                <a:latin typeface="Times New Roman" pitchFamily="18" charset="0"/>
                <a:cs typeface="Times New Roman" pitchFamily="18" charset="0"/>
              </a:rPr>
              <a:t>Organized by: Department of Computer Science &amp; Engineering, GIET, Baniatangi, 752060</a:t>
            </a:r>
            <a:endParaRPr lang="en-US" sz="700" b="1" dirty="0">
              <a:latin typeface="Times New Roman" pitchFamily="18" charset="0"/>
              <a:cs typeface="Times New Roman" pitchFamily="18" charset="0"/>
            </a:endParaRPr>
          </a:p>
        </p:txBody>
      </p:sp>
      <p:sp>
        <p:nvSpPr>
          <p:cNvPr id="14" name="TextBox 13">
            <a:extLst>
              <a:ext uri="{FF2B5EF4-FFF2-40B4-BE49-F238E27FC236}">
                <a16:creationId xmlns:a16="http://schemas.microsoft.com/office/drawing/2014/main" id="{33C2324E-23FE-CC3F-9E89-ADFECB43A492}"/>
              </a:ext>
            </a:extLst>
          </p:cNvPr>
          <p:cNvSpPr txBox="1"/>
          <p:nvPr/>
        </p:nvSpPr>
        <p:spPr>
          <a:xfrm>
            <a:off x="2667000" y="116343"/>
            <a:ext cx="6858000" cy="1384995"/>
          </a:xfrm>
          <a:prstGeom prst="rect">
            <a:avLst/>
          </a:prstGeom>
          <a:noFill/>
        </p:spPr>
        <p:txBody>
          <a:bodyPr wrap="square" rtlCol="0">
            <a:spAutoFit/>
          </a:bodyPr>
          <a:lstStyle/>
          <a:p>
            <a:pPr algn="ctr"/>
            <a:r>
              <a:rPr lang="en-US" sz="2800" b="1" dirty="0">
                <a:latin typeface="Times New Roman" pitchFamily="18" charset="0"/>
                <a:cs typeface="Times New Roman" pitchFamily="18" charset="0"/>
              </a:rPr>
              <a:t>MATERIALS AND METHODS/EXPERIMENTAL PROCEDURE </a:t>
            </a:r>
            <a:r>
              <a:rPr lang="en-US" sz="1100" b="1" dirty="0">
                <a:latin typeface="Times New Roman" pitchFamily="18" charset="0"/>
                <a:cs typeface="Times New Roman" pitchFamily="18" charset="0"/>
              </a:rPr>
              <a:t>(Times New Roman, 28)</a:t>
            </a:r>
          </a:p>
        </p:txBody>
      </p:sp>
      <p:sp>
        <p:nvSpPr>
          <p:cNvPr id="15" name="TextBox 14">
            <a:extLst>
              <a:ext uri="{FF2B5EF4-FFF2-40B4-BE49-F238E27FC236}">
                <a16:creationId xmlns:a16="http://schemas.microsoft.com/office/drawing/2014/main" id="{897843B9-3231-0643-BBE1-57309806CD9E}"/>
              </a:ext>
            </a:extLst>
          </p:cNvPr>
          <p:cNvSpPr txBox="1"/>
          <p:nvPr/>
        </p:nvSpPr>
        <p:spPr>
          <a:xfrm>
            <a:off x="4191000" y="2133600"/>
            <a:ext cx="3810000" cy="1754326"/>
          </a:xfrm>
          <a:prstGeom prst="rect">
            <a:avLst/>
          </a:prstGeom>
          <a:noFill/>
        </p:spPr>
        <p:txBody>
          <a:bodyPr wrap="square" rtlCol="0">
            <a:spAutoFit/>
          </a:bodyPr>
          <a:lstStyle/>
          <a:p>
            <a:pPr algn="ctr">
              <a:lnSpc>
                <a:spcPct val="150000"/>
              </a:lnSpc>
            </a:pPr>
            <a:r>
              <a:rPr lang="en-US" b="1" dirty="0">
                <a:latin typeface="Times New Roman" pitchFamily="18" charset="0"/>
                <a:cs typeface="Times New Roman" pitchFamily="18" charset="0"/>
              </a:rPr>
              <a:t>Modify the heading according to your requirements. Describe briefly about the methodologies, software and hardware requirements</a:t>
            </a:r>
            <a:endParaRPr lang="en-US" sz="900" b="1" dirty="0">
              <a:latin typeface="Times New Roman" pitchFamily="18" charset="0"/>
              <a:cs typeface="Times New Roman" pitchFamily="18" charset="0"/>
            </a:endParaRPr>
          </a:p>
        </p:txBody>
      </p:sp>
    </p:spTree>
    <p:extLst>
      <p:ext uri="{BB962C8B-B14F-4D97-AF65-F5344CB8AC3E}">
        <p14:creationId xmlns:p14="http://schemas.microsoft.com/office/powerpoint/2010/main" val="25190914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82AC9A-6AD4-E1AC-F3BA-F4F10724C126}"/>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95AAD0B5-0376-A01E-39D6-3FA0C7FBFF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4353" y="66370"/>
            <a:ext cx="1248463" cy="1248463"/>
          </a:xfrm>
          <a:prstGeom prst="rect">
            <a:avLst/>
          </a:prstGeom>
        </p:spPr>
      </p:pic>
      <p:sp>
        <p:nvSpPr>
          <p:cNvPr id="13" name="TextBox 12">
            <a:extLst>
              <a:ext uri="{FF2B5EF4-FFF2-40B4-BE49-F238E27FC236}">
                <a16:creationId xmlns:a16="http://schemas.microsoft.com/office/drawing/2014/main" id="{4B4F3C62-7D52-D7B4-BC8F-06124B474B6F}"/>
              </a:ext>
            </a:extLst>
          </p:cNvPr>
          <p:cNvSpPr txBox="1"/>
          <p:nvPr/>
        </p:nvSpPr>
        <p:spPr>
          <a:xfrm>
            <a:off x="3350588" y="6319521"/>
            <a:ext cx="5471160" cy="507831"/>
          </a:xfrm>
          <a:prstGeom prst="rect">
            <a:avLst/>
          </a:prstGeom>
          <a:noFill/>
        </p:spPr>
        <p:txBody>
          <a:bodyPr wrap="square" rtlCol="0">
            <a:spAutoFit/>
          </a:bodyPr>
          <a:lstStyle/>
          <a:p>
            <a:pPr algn="ctr">
              <a:lnSpc>
                <a:spcPct val="150000"/>
              </a:lnSpc>
            </a:pPr>
            <a:r>
              <a:rPr lang="en-US" sz="900" b="1" dirty="0">
                <a:latin typeface="Times New Roman" pitchFamily="18" charset="0"/>
                <a:cs typeface="Times New Roman" pitchFamily="18" charset="0"/>
              </a:rPr>
              <a:t>Major project Presentation 2026</a:t>
            </a:r>
          </a:p>
          <a:p>
            <a:pPr algn="ctr">
              <a:lnSpc>
                <a:spcPct val="150000"/>
              </a:lnSpc>
            </a:pPr>
            <a:r>
              <a:rPr lang="en-US" sz="900" b="1" dirty="0">
                <a:latin typeface="Times New Roman" pitchFamily="18" charset="0"/>
                <a:cs typeface="Times New Roman" pitchFamily="18" charset="0"/>
              </a:rPr>
              <a:t>Organized by: Department of Computer Science &amp; Engineering, GIET, Baniatangi, 752060</a:t>
            </a:r>
            <a:endParaRPr lang="en-US" sz="700" b="1" dirty="0">
              <a:latin typeface="Times New Roman" pitchFamily="18" charset="0"/>
              <a:cs typeface="Times New Roman" pitchFamily="18" charset="0"/>
            </a:endParaRPr>
          </a:p>
        </p:txBody>
      </p:sp>
      <p:sp>
        <p:nvSpPr>
          <p:cNvPr id="2" name="TextBox 1">
            <a:extLst>
              <a:ext uri="{FF2B5EF4-FFF2-40B4-BE49-F238E27FC236}">
                <a16:creationId xmlns:a16="http://schemas.microsoft.com/office/drawing/2014/main" id="{DDC36E83-08B3-0169-D49D-DEB0C856D4CF}"/>
              </a:ext>
            </a:extLst>
          </p:cNvPr>
          <p:cNvSpPr txBox="1"/>
          <p:nvPr/>
        </p:nvSpPr>
        <p:spPr>
          <a:xfrm>
            <a:off x="2667000" y="116343"/>
            <a:ext cx="6858000" cy="1384995"/>
          </a:xfrm>
          <a:prstGeom prst="rect">
            <a:avLst/>
          </a:prstGeom>
          <a:noFill/>
        </p:spPr>
        <p:txBody>
          <a:bodyPr wrap="square" rtlCol="0">
            <a:spAutoFit/>
          </a:bodyPr>
          <a:lstStyle/>
          <a:p>
            <a:pPr algn="ctr"/>
            <a:r>
              <a:rPr lang="en-US" sz="2800" b="1" dirty="0">
                <a:latin typeface="Times New Roman" pitchFamily="18" charset="0"/>
                <a:cs typeface="Times New Roman" pitchFamily="18" charset="0"/>
              </a:rPr>
              <a:t>MATERIALS AND METHODS/EXPERIMENTAL PROCEDURE (CONTD…) </a:t>
            </a:r>
            <a:r>
              <a:rPr lang="en-US" sz="1100" b="1" dirty="0">
                <a:latin typeface="Times New Roman" pitchFamily="18" charset="0"/>
                <a:cs typeface="Times New Roman" pitchFamily="18" charset="0"/>
              </a:rPr>
              <a:t>(Times New Roman, 28)</a:t>
            </a:r>
          </a:p>
        </p:txBody>
      </p:sp>
      <p:sp>
        <p:nvSpPr>
          <p:cNvPr id="3" name="TextBox 2">
            <a:extLst>
              <a:ext uri="{FF2B5EF4-FFF2-40B4-BE49-F238E27FC236}">
                <a16:creationId xmlns:a16="http://schemas.microsoft.com/office/drawing/2014/main" id="{6FE156B9-5E5C-72F1-C986-65D42C254E06}"/>
              </a:ext>
            </a:extLst>
          </p:cNvPr>
          <p:cNvSpPr txBox="1"/>
          <p:nvPr/>
        </p:nvSpPr>
        <p:spPr>
          <a:xfrm>
            <a:off x="4191000" y="2133600"/>
            <a:ext cx="3810000" cy="3416320"/>
          </a:xfrm>
          <a:prstGeom prst="rect">
            <a:avLst/>
          </a:prstGeom>
          <a:noFill/>
        </p:spPr>
        <p:txBody>
          <a:bodyPr wrap="square" rtlCol="0">
            <a:spAutoFit/>
          </a:bodyPr>
          <a:lstStyle/>
          <a:p>
            <a:pPr algn="ctr">
              <a:lnSpc>
                <a:spcPct val="150000"/>
              </a:lnSpc>
            </a:pPr>
            <a:r>
              <a:rPr lang="en-US" b="1" dirty="0">
                <a:latin typeface="Times New Roman" pitchFamily="18" charset="0"/>
                <a:cs typeface="Times New Roman" pitchFamily="18" charset="0"/>
              </a:rPr>
              <a:t>You may proceed with the materials and methods section in this slide as well if not entirely fit in the previous slide. You may delete this slide if the entire experimental procedure gets fitted into one slide. It should be noted that maximum two slides are allowed for the methodology section.</a:t>
            </a:r>
            <a:endParaRPr lang="en-US" sz="900" b="1" dirty="0">
              <a:latin typeface="Times New Roman" pitchFamily="18" charset="0"/>
              <a:cs typeface="Times New Roman" pitchFamily="18" charset="0"/>
            </a:endParaRPr>
          </a:p>
        </p:txBody>
      </p:sp>
    </p:spTree>
    <p:extLst>
      <p:ext uri="{BB962C8B-B14F-4D97-AF65-F5344CB8AC3E}">
        <p14:creationId xmlns:p14="http://schemas.microsoft.com/office/powerpoint/2010/main" val="32524794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B426D-2105-42CE-9F91-11549A40D88F}"/>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4E4316CA-137D-D1F8-8B8A-CABB81062B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4353" y="66370"/>
            <a:ext cx="1248463" cy="1248463"/>
          </a:xfrm>
          <a:prstGeom prst="rect">
            <a:avLst/>
          </a:prstGeom>
        </p:spPr>
      </p:pic>
      <p:sp>
        <p:nvSpPr>
          <p:cNvPr id="13" name="TextBox 12">
            <a:extLst>
              <a:ext uri="{FF2B5EF4-FFF2-40B4-BE49-F238E27FC236}">
                <a16:creationId xmlns:a16="http://schemas.microsoft.com/office/drawing/2014/main" id="{F92CBEBF-6FB3-CCEB-F822-8206348DA326}"/>
              </a:ext>
            </a:extLst>
          </p:cNvPr>
          <p:cNvSpPr txBox="1"/>
          <p:nvPr/>
        </p:nvSpPr>
        <p:spPr>
          <a:xfrm>
            <a:off x="3350588" y="6319521"/>
            <a:ext cx="5471160" cy="507831"/>
          </a:xfrm>
          <a:prstGeom prst="rect">
            <a:avLst/>
          </a:prstGeom>
          <a:noFill/>
        </p:spPr>
        <p:txBody>
          <a:bodyPr wrap="square" rtlCol="0">
            <a:spAutoFit/>
          </a:bodyPr>
          <a:lstStyle/>
          <a:p>
            <a:pPr algn="ctr">
              <a:lnSpc>
                <a:spcPct val="150000"/>
              </a:lnSpc>
            </a:pPr>
            <a:r>
              <a:rPr lang="en-US" sz="900" b="1" dirty="0">
                <a:latin typeface="Times New Roman" pitchFamily="18" charset="0"/>
                <a:cs typeface="Times New Roman" pitchFamily="18" charset="0"/>
              </a:rPr>
              <a:t>Major project Presentation 2026</a:t>
            </a:r>
          </a:p>
          <a:p>
            <a:pPr algn="ctr">
              <a:lnSpc>
                <a:spcPct val="150000"/>
              </a:lnSpc>
            </a:pPr>
            <a:r>
              <a:rPr lang="en-US" sz="900" b="1" dirty="0">
                <a:latin typeface="Times New Roman" pitchFamily="18" charset="0"/>
                <a:cs typeface="Times New Roman" pitchFamily="18" charset="0"/>
              </a:rPr>
              <a:t>Organized by: Department of Computer Science &amp; Engineering, GIET, Baniatangi, 752060</a:t>
            </a:r>
            <a:endParaRPr lang="en-US" sz="700" b="1" dirty="0">
              <a:latin typeface="Times New Roman" pitchFamily="18" charset="0"/>
              <a:cs typeface="Times New Roman" pitchFamily="18" charset="0"/>
            </a:endParaRPr>
          </a:p>
        </p:txBody>
      </p:sp>
      <p:sp>
        <p:nvSpPr>
          <p:cNvPr id="2" name="TextBox 1">
            <a:extLst>
              <a:ext uri="{FF2B5EF4-FFF2-40B4-BE49-F238E27FC236}">
                <a16:creationId xmlns:a16="http://schemas.microsoft.com/office/drawing/2014/main" id="{81D97915-8623-7D1E-E34F-3159838EBD46}"/>
              </a:ext>
            </a:extLst>
          </p:cNvPr>
          <p:cNvSpPr txBox="1"/>
          <p:nvPr/>
        </p:nvSpPr>
        <p:spPr>
          <a:xfrm>
            <a:off x="2667000" y="116343"/>
            <a:ext cx="6858000" cy="523220"/>
          </a:xfrm>
          <a:prstGeom prst="rect">
            <a:avLst/>
          </a:prstGeom>
          <a:noFill/>
        </p:spPr>
        <p:txBody>
          <a:bodyPr wrap="square" rtlCol="0">
            <a:spAutoFit/>
          </a:bodyPr>
          <a:lstStyle/>
          <a:p>
            <a:pPr algn="ctr"/>
            <a:r>
              <a:rPr lang="en-US" sz="2800" b="1" dirty="0">
                <a:latin typeface="Times New Roman" pitchFamily="18" charset="0"/>
                <a:cs typeface="Times New Roman" pitchFamily="18" charset="0"/>
              </a:rPr>
              <a:t>Use case diagram</a:t>
            </a:r>
            <a:r>
              <a:rPr lang="en-US" sz="1100" b="1" dirty="0">
                <a:latin typeface="Times New Roman" pitchFamily="18" charset="0"/>
                <a:cs typeface="Times New Roman" pitchFamily="18" charset="0"/>
              </a:rPr>
              <a:t>(Times New Roman, 28)</a:t>
            </a:r>
          </a:p>
        </p:txBody>
      </p:sp>
    </p:spTree>
    <p:extLst>
      <p:ext uri="{BB962C8B-B14F-4D97-AF65-F5344CB8AC3E}">
        <p14:creationId xmlns:p14="http://schemas.microsoft.com/office/powerpoint/2010/main" val="27449146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B426D-2105-42CE-9F91-11549A40D88F}"/>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4E4316CA-137D-D1F8-8B8A-CABB81062B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4353" y="66370"/>
            <a:ext cx="1248463" cy="1248463"/>
          </a:xfrm>
          <a:prstGeom prst="rect">
            <a:avLst/>
          </a:prstGeom>
        </p:spPr>
      </p:pic>
      <p:sp>
        <p:nvSpPr>
          <p:cNvPr id="13" name="TextBox 12">
            <a:extLst>
              <a:ext uri="{FF2B5EF4-FFF2-40B4-BE49-F238E27FC236}">
                <a16:creationId xmlns:a16="http://schemas.microsoft.com/office/drawing/2014/main" id="{F92CBEBF-6FB3-CCEB-F822-8206348DA326}"/>
              </a:ext>
            </a:extLst>
          </p:cNvPr>
          <p:cNvSpPr txBox="1"/>
          <p:nvPr/>
        </p:nvSpPr>
        <p:spPr>
          <a:xfrm>
            <a:off x="3350588" y="6319521"/>
            <a:ext cx="5471160" cy="507831"/>
          </a:xfrm>
          <a:prstGeom prst="rect">
            <a:avLst/>
          </a:prstGeom>
          <a:noFill/>
        </p:spPr>
        <p:txBody>
          <a:bodyPr wrap="square" rtlCol="0">
            <a:spAutoFit/>
          </a:bodyPr>
          <a:lstStyle/>
          <a:p>
            <a:pPr algn="ctr">
              <a:lnSpc>
                <a:spcPct val="150000"/>
              </a:lnSpc>
            </a:pPr>
            <a:r>
              <a:rPr lang="en-US" sz="900" b="1" dirty="0">
                <a:latin typeface="Times New Roman" pitchFamily="18" charset="0"/>
                <a:cs typeface="Times New Roman" pitchFamily="18" charset="0"/>
              </a:rPr>
              <a:t>Major project Presentation 2026</a:t>
            </a:r>
          </a:p>
          <a:p>
            <a:pPr algn="ctr">
              <a:lnSpc>
                <a:spcPct val="150000"/>
              </a:lnSpc>
            </a:pPr>
            <a:r>
              <a:rPr lang="en-US" sz="900" b="1" dirty="0">
                <a:latin typeface="Times New Roman" pitchFamily="18" charset="0"/>
                <a:cs typeface="Times New Roman" pitchFamily="18" charset="0"/>
              </a:rPr>
              <a:t>Organized by: Department of Computer Science &amp; Engineering, GIET, Baniatangi, 752060</a:t>
            </a:r>
            <a:endParaRPr lang="en-US" sz="700" b="1" dirty="0">
              <a:latin typeface="Times New Roman" pitchFamily="18" charset="0"/>
              <a:cs typeface="Times New Roman" pitchFamily="18" charset="0"/>
            </a:endParaRPr>
          </a:p>
        </p:txBody>
      </p:sp>
      <p:sp>
        <p:nvSpPr>
          <p:cNvPr id="2" name="TextBox 1">
            <a:extLst>
              <a:ext uri="{FF2B5EF4-FFF2-40B4-BE49-F238E27FC236}">
                <a16:creationId xmlns:a16="http://schemas.microsoft.com/office/drawing/2014/main" id="{81D97915-8623-7D1E-E34F-3159838EBD46}"/>
              </a:ext>
            </a:extLst>
          </p:cNvPr>
          <p:cNvSpPr txBox="1"/>
          <p:nvPr/>
        </p:nvSpPr>
        <p:spPr>
          <a:xfrm>
            <a:off x="2667000" y="116343"/>
            <a:ext cx="6858000" cy="523220"/>
          </a:xfrm>
          <a:prstGeom prst="rect">
            <a:avLst/>
          </a:prstGeom>
          <a:noFill/>
        </p:spPr>
        <p:txBody>
          <a:bodyPr wrap="square" rtlCol="0">
            <a:spAutoFit/>
          </a:bodyPr>
          <a:lstStyle/>
          <a:p>
            <a:pPr algn="ctr"/>
            <a:r>
              <a:rPr lang="en-US" sz="2800" b="1" dirty="0">
                <a:latin typeface="Times New Roman" pitchFamily="18" charset="0"/>
                <a:cs typeface="Times New Roman" pitchFamily="18" charset="0"/>
              </a:rPr>
              <a:t>ER  Diagram</a:t>
            </a:r>
            <a:r>
              <a:rPr lang="en-US" sz="1100" b="1" dirty="0">
                <a:latin typeface="Times New Roman" pitchFamily="18" charset="0"/>
                <a:cs typeface="Times New Roman" pitchFamily="18" charset="0"/>
              </a:rPr>
              <a:t>(Times New Roman, 28)</a:t>
            </a:r>
          </a:p>
        </p:txBody>
      </p:sp>
    </p:spTree>
    <p:extLst>
      <p:ext uri="{BB962C8B-B14F-4D97-AF65-F5344CB8AC3E}">
        <p14:creationId xmlns:p14="http://schemas.microsoft.com/office/powerpoint/2010/main" val="19134321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B426D-2105-42CE-9F91-11549A40D88F}"/>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4E4316CA-137D-D1F8-8B8A-CABB81062B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4353" y="66370"/>
            <a:ext cx="1248463" cy="1248463"/>
          </a:xfrm>
          <a:prstGeom prst="rect">
            <a:avLst/>
          </a:prstGeom>
        </p:spPr>
      </p:pic>
      <p:sp>
        <p:nvSpPr>
          <p:cNvPr id="13" name="TextBox 12">
            <a:extLst>
              <a:ext uri="{FF2B5EF4-FFF2-40B4-BE49-F238E27FC236}">
                <a16:creationId xmlns:a16="http://schemas.microsoft.com/office/drawing/2014/main" id="{F92CBEBF-6FB3-CCEB-F822-8206348DA326}"/>
              </a:ext>
            </a:extLst>
          </p:cNvPr>
          <p:cNvSpPr txBox="1"/>
          <p:nvPr/>
        </p:nvSpPr>
        <p:spPr>
          <a:xfrm>
            <a:off x="3350588" y="6319521"/>
            <a:ext cx="5471160" cy="507831"/>
          </a:xfrm>
          <a:prstGeom prst="rect">
            <a:avLst/>
          </a:prstGeom>
          <a:noFill/>
        </p:spPr>
        <p:txBody>
          <a:bodyPr wrap="square" rtlCol="0">
            <a:spAutoFit/>
          </a:bodyPr>
          <a:lstStyle/>
          <a:p>
            <a:pPr algn="ctr">
              <a:lnSpc>
                <a:spcPct val="150000"/>
              </a:lnSpc>
            </a:pPr>
            <a:r>
              <a:rPr lang="en-US" sz="900" b="1" dirty="0">
                <a:latin typeface="Times New Roman" pitchFamily="18" charset="0"/>
                <a:cs typeface="Times New Roman" pitchFamily="18" charset="0"/>
              </a:rPr>
              <a:t>Major project Presentation 2026</a:t>
            </a:r>
          </a:p>
          <a:p>
            <a:pPr algn="ctr">
              <a:lnSpc>
                <a:spcPct val="150000"/>
              </a:lnSpc>
            </a:pPr>
            <a:r>
              <a:rPr lang="en-US" sz="900" b="1" dirty="0">
                <a:latin typeface="Times New Roman" pitchFamily="18" charset="0"/>
                <a:cs typeface="Times New Roman" pitchFamily="18" charset="0"/>
              </a:rPr>
              <a:t>Organized by: Department of Computer Science &amp; Engineering, GIET, Baniatangi, 752060</a:t>
            </a:r>
            <a:endParaRPr lang="en-US" sz="700" b="1" dirty="0">
              <a:latin typeface="Times New Roman" pitchFamily="18" charset="0"/>
              <a:cs typeface="Times New Roman" pitchFamily="18" charset="0"/>
            </a:endParaRPr>
          </a:p>
        </p:txBody>
      </p:sp>
      <p:sp>
        <p:nvSpPr>
          <p:cNvPr id="2" name="TextBox 1">
            <a:extLst>
              <a:ext uri="{FF2B5EF4-FFF2-40B4-BE49-F238E27FC236}">
                <a16:creationId xmlns:a16="http://schemas.microsoft.com/office/drawing/2014/main" id="{81D97915-8623-7D1E-E34F-3159838EBD46}"/>
              </a:ext>
            </a:extLst>
          </p:cNvPr>
          <p:cNvSpPr txBox="1"/>
          <p:nvPr/>
        </p:nvSpPr>
        <p:spPr>
          <a:xfrm>
            <a:off x="2667000" y="116343"/>
            <a:ext cx="6858000" cy="523220"/>
          </a:xfrm>
          <a:prstGeom prst="rect">
            <a:avLst/>
          </a:prstGeom>
          <a:noFill/>
        </p:spPr>
        <p:txBody>
          <a:bodyPr wrap="square" rtlCol="0">
            <a:spAutoFit/>
          </a:bodyPr>
          <a:lstStyle/>
          <a:p>
            <a:pPr algn="ctr"/>
            <a:r>
              <a:rPr lang="en-US" sz="2800" b="1" dirty="0">
                <a:latin typeface="Times New Roman" pitchFamily="18" charset="0"/>
                <a:cs typeface="Times New Roman" pitchFamily="18" charset="0"/>
              </a:rPr>
              <a:t>DFD  Diagram</a:t>
            </a:r>
            <a:r>
              <a:rPr lang="en-US" sz="1100" b="1" dirty="0">
                <a:latin typeface="Times New Roman" pitchFamily="18" charset="0"/>
                <a:cs typeface="Times New Roman" pitchFamily="18" charset="0"/>
              </a:rPr>
              <a:t>(Times New Roman, 28)</a:t>
            </a:r>
          </a:p>
        </p:txBody>
      </p:sp>
    </p:spTree>
    <p:extLst>
      <p:ext uri="{BB962C8B-B14F-4D97-AF65-F5344CB8AC3E}">
        <p14:creationId xmlns:p14="http://schemas.microsoft.com/office/powerpoint/2010/main" val="26251591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4481E-E97C-1BA8-F0A7-FE097AADDEFD}"/>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BE889AE1-0265-B011-193C-53486BACC3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4353" y="66370"/>
            <a:ext cx="1248463" cy="1248463"/>
          </a:xfrm>
          <a:prstGeom prst="rect">
            <a:avLst/>
          </a:prstGeom>
        </p:spPr>
      </p:pic>
      <p:sp>
        <p:nvSpPr>
          <p:cNvPr id="13" name="TextBox 12">
            <a:extLst>
              <a:ext uri="{FF2B5EF4-FFF2-40B4-BE49-F238E27FC236}">
                <a16:creationId xmlns:a16="http://schemas.microsoft.com/office/drawing/2014/main" id="{594AE998-C872-EB5D-3AE5-90442E37C415}"/>
              </a:ext>
            </a:extLst>
          </p:cNvPr>
          <p:cNvSpPr txBox="1"/>
          <p:nvPr/>
        </p:nvSpPr>
        <p:spPr>
          <a:xfrm>
            <a:off x="3350588" y="6319521"/>
            <a:ext cx="5471160" cy="507831"/>
          </a:xfrm>
          <a:prstGeom prst="rect">
            <a:avLst/>
          </a:prstGeom>
          <a:noFill/>
        </p:spPr>
        <p:txBody>
          <a:bodyPr wrap="square" rtlCol="0">
            <a:spAutoFit/>
          </a:bodyPr>
          <a:lstStyle/>
          <a:p>
            <a:pPr algn="ctr">
              <a:lnSpc>
                <a:spcPct val="150000"/>
              </a:lnSpc>
            </a:pPr>
            <a:r>
              <a:rPr lang="en-US" sz="900" b="1" dirty="0">
                <a:latin typeface="Times New Roman" pitchFamily="18" charset="0"/>
                <a:cs typeface="Times New Roman" pitchFamily="18" charset="0"/>
              </a:rPr>
              <a:t>Major project Presentation 2026</a:t>
            </a:r>
          </a:p>
          <a:p>
            <a:pPr algn="ctr">
              <a:lnSpc>
                <a:spcPct val="150000"/>
              </a:lnSpc>
            </a:pPr>
            <a:r>
              <a:rPr lang="en-US" sz="900" b="1" dirty="0">
                <a:latin typeface="Times New Roman" pitchFamily="18" charset="0"/>
                <a:cs typeface="Times New Roman" pitchFamily="18" charset="0"/>
              </a:rPr>
              <a:t>Organized by: Department of Computer Science &amp; Engineering, GIET, Baniatangi, 752060</a:t>
            </a:r>
            <a:endParaRPr lang="en-US" sz="700" b="1" dirty="0">
              <a:latin typeface="Times New Roman" pitchFamily="18" charset="0"/>
              <a:cs typeface="Times New Roman" pitchFamily="18" charset="0"/>
            </a:endParaRPr>
          </a:p>
        </p:txBody>
      </p:sp>
      <p:sp>
        <p:nvSpPr>
          <p:cNvPr id="2" name="TextBox 1">
            <a:extLst>
              <a:ext uri="{FF2B5EF4-FFF2-40B4-BE49-F238E27FC236}">
                <a16:creationId xmlns:a16="http://schemas.microsoft.com/office/drawing/2014/main" id="{D05CE1AD-82E4-C4AD-C982-34DDE71847EF}"/>
              </a:ext>
            </a:extLst>
          </p:cNvPr>
          <p:cNvSpPr txBox="1"/>
          <p:nvPr/>
        </p:nvSpPr>
        <p:spPr>
          <a:xfrm>
            <a:off x="2667000" y="116343"/>
            <a:ext cx="6858000" cy="523220"/>
          </a:xfrm>
          <a:prstGeom prst="rect">
            <a:avLst/>
          </a:prstGeom>
          <a:noFill/>
        </p:spPr>
        <p:txBody>
          <a:bodyPr wrap="square" rtlCol="0">
            <a:spAutoFit/>
          </a:bodyPr>
          <a:lstStyle/>
          <a:p>
            <a:pPr algn="ctr"/>
            <a:r>
              <a:rPr lang="en-US" sz="2800" b="1" dirty="0">
                <a:latin typeface="Times New Roman" pitchFamily="18" charset="0"/>
                <a:cs typeface="Times New Roman" pitchFamily="18" charset="0"/>
              </a:rPr>
              <a:t>SYSTEM MODULES  </a:t>
            </a:r>
            <a:r>
              <a:rPr lang="en-US" sz="1100" b="1" dirty="0">
                <a:latin typeface="Times New Roman" pitchFamily="18" charset="0"/>
                <a:cs typeface="Times New Roman" pitchFamily="18" charset="0"/>
              </a:rPr>
              <a:t>(Times New Roman, 28)</a:t>
            </a:r>
          </a:p>
        </p:txBody>
      </p:sp>
    </p:spTree>
    <p:extLst>
      <p:ext uri="{BB962C8B-B14F-4D97-AF65-F5344CB8AC3E}">
        <p14:creationId xmlns:p14="http://schemas.microsoft.com/office/powerpoint/2010/main" val="36187948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4481E-E97C-1BA8-F0A7-FE097AADDEFD}"/>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BE889AE1-0265-B011-193C-53486BACC3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4353" y="66370"/>
            <a:ext cx="1248463" cy="1248463"/>
          </a:xfrm>
          <a:prstGeom prst="rect">
            <a:avLst/>
          </a:prstGeom>
        </p:spPr>
      </p:pic>
      <p:sp>
        <p:nvSpPr>
          <p:cNvPr id="13" name="TextBox 12">
            <a:extLst>
              <a:ext uri="{FF2B5EF4-FFF2-40B4-BE49-F238E27FC236}">
                <a16:creationId xmlns:a16="http://schemas.microsoft.com/office/drawing/2014/main" id="{594AE998-C872-EB5D-3AE5-90442E37C415}"/>
              </a:ext>
            </a:extLst>
          </p:cNvPr>
          <p:cNvSpPr txBox="1"/>
          <p:nvPr/>
        </p:nvSpPr>
        <p:spPr>
          <a:xfrm>
            <a:off x="3350588" y="6319521"/>
            <a:ext cx="5471160" cy="507831"/>
          </a:xfrm>
          <a:prstGeom prst="rect">
            <a:avLst/>
          </a:prstGeom>
          <a:noFill/>
        </p:spPr>
        <p:txBody>
          <a:bodyPr wrap="square" rtlCol="0">
            <a:spAutoFit/>
          </a:bodyPr>
          <a:lstStyle/>
          <a:p>
            <a:pPr algn="ctr">
              <a:lnSpc>
                <a:spcPct val="150000"/>
              </a:lnSpc>
            </a:pPr>
            <a:r>
              <a:rPr lang="en-US" sz="900" b="1" dirty="0">
                <a:latin typeface="Times New Roman" pitchFamily="18" charset="0"/>
                <a:cs typeface="Times New Roman" pitchFamily="18" charset="0"/>
              </a:rPr>
              <a:t>Major project Presentation 2026</a:t>
            </a:r>
          </a:p>
          <a:p>
            <a:pPr algn="ctr">
              <a:lnSpc>
                <a:spcPct val="150000"/>
              </a:lnSpc>
            </a:pPr>
            <a:r>
              <a:rPr lang="en-US" sz="900" b="1" dirty="0">
                <a:latin typeface="Times New Roman" pitchFamily="18" charset="0"/>
                <a:cs typeface="Times New Roman" pitchFamily="18" charset="0"/>
              </a:rPr>
              <a:t>Organized by: Department of Computer Science &amp; Engineering, GIET, Baniatangi, 752060</a:t>
            </a:r>
            <a:endParaRPr lang="en-US" sz="700" b="1" dirty="0">
              <a:latin typeface="Times New Roman" pitchFamily="18" charset="0"/>
              <a:cs typeface="Times New Roman" pitchFamily="18" charset="0"/>
            </a:endParaRPr>
          </a:p>
        </p:txBody>
      </p:sp>
      <p:sp>
        <p:nvSpPr>
          <p:cNvPr id="2" name="TextBox 1">
            <a:extLst>
              <a:ext uri="{FF2B5EF4-FFF2-40B4-BE49-F238E27FC236}">
                <a16:creationId xmlns:a16="http://schemas.microsoft.com/office/drawing/2014/main" id="{D05CE1AD-82E4-C4AD-C982-34DDE71847EF}"/>
              </a:ext>
            </a:extLst>
          </p:cNvPr>
          <p:cNvSpPr txBox="1"/>
          <p:nvPr/>
        </p:nvSpPr>
        <p:spPr>
          <a:xfrm>
            <a:off x="2667000" y="116343"/>
            <a:ext cx="6858000" cy="523220"/>
          </a:xfrm>
          <a:prstGeom prst="rect">
            <a:avLst/>
          </a:prstGeom>
          <a:noFill/>
        </p:spPr>
        <p:txBody>
          <a:bodyPr wrap="square" rtlCol="0">
            <a:spAutoFit/>
          </a:bodyPr>
          <a:lstStyle/>
          <a:p>
            <a:pPr algn="ctr"/>
            <a:r>
              <a:rPr lang="en-US" sz="2800" b="1" dirty="0">
                <a:latin typeface="Times New Roman" pitchFamily="18" charset="0"/>
                <a:cs typeface="Times New Roman" pitchFamily="18" charset="0"/>
              </a:rPr>
              <a:t>FUTURE SCOPE  </a:t>
            </a:r>
            <a:r>
              <a:rPr lang="en-US" sz="1100" b="1" dirty="0">
                <a:latin typeface="Times New Roman" pitchFamily="18" charset="0"/>
                <a:cs typeface="Times New Roman" pitchFamily="18" charset="0"/>
              </a:rPr>
              <a:t>(Times New Roman, 28)</a:t>
            </a:r>
          </a:p>
        </p:txBody>
      </p:sp>
    </p:spTree>
    <p:extLst>
      <p:ext uri="{BB962C8B-B14F-4D97-AF65-F5344CB8AC3E}">
        <p14:creationId xmlns:p14="http://schemas.microsoft.com/office/powerpoint/2010/main" val="26070307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08B063-D7BB-949C-A89B-E473BA7BB9B3}"/>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D2187FB0-AB0D-3219-7B79-CD781C6BDF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4353" y="66370"/>
            <a:ext cx="1248463" cy="1248463"/>
          </a:xfrm>
          <a:prstGeom prst="rect">
            <a:avLst/>
          </a:prstGeom>
        </p:spPr>
      </p:pic>
      <p:sp>
        <p:nvSpPr>
          <p:cNvPr id="13" name="TextBox 12">
            <a:extLst>
              <a:ext uri="{FF2B5EF4-FFF2-40B4-BE49-F238E27FC236}">
                <a16:creationId xmlns:a16="http://schemas.microsoft.com/office/drawing/2014/main" id="{7C4ED9CC-27E6-DA73-4A47-AE5BF461D3F3}"/>
              </a:ext>
            </a:extLst>
          </p:cNvPr>
          <p:cNvSpPr txBox="1"/>
          <p:nvPr/>
        </p:nvSpPr>
        <p:spPr>
          <a:xfrm>
            <a:off x="3350588" y="6319521"/>
            <a:ext cx="5471160" cy="507831"/>
          </a:xfrm>
          <a:prstGeom prst="rect">
            <a:avLst/>
          </a:prstGeom>
          <a:noFill/>
        </p:spPr>
        <p:txBody>
          <a:bodyPr wrap="square" rtlCol="0">
            <a:spAutoFit/>
          </a:bodyPr>
          <a:lstStyle/>
          <a:p>
            <a:pPr algn="ctr">
              <a:lnSpc>
                <a:spcPct val="150000"/>
              </a:lnSpc>
            </a:pPr>
            <a:r>
              <a:rPr lang="en-US" sz="900" b="1" dirty="0">
                <a:latin typeface="Times New Roman" pitchFamily="18" charset="0"/>
                <a:cs typeface="Times New Roman" pitchFamily="18" charset="0"/>
              </a:rPr>
              <a:t>Major project Presentation 2026</a:t>
            </a:r>
          </a:p>
          <a:p>
            <a:pPr algn="ctr">
              <a:lnSpc>
                <a:spcPct val="150000"/>
              </a:lnSpc>
            </a:pPr>
            <a:r>
              <a:rPr lang="en-US" sz="900" b="1" dirty="0">
                <a:latin typeface="Times New Roman" pitchFamily="18" charset="0"/>
                <a:cs typeface="Times New Roman" pitchFamily="18" charset="0"/>
              </a:rPr>
              <a:t>Organized by: Department of Computer Science &amp; Engineering, GIET, Baniatangi, 752060</a:t>
            </a:r>
            <a:endParaRPr lang="en-US" sz="700" b="1" dirty="0">
              <a:latin typeface="Times New Roman" pitchFamily="18" charset="0"/>
              <a:cs typeface="Times New Roman" pitchFamily="18" charset="0"/>
            </a:endParaRPr>
          </a:p>
        </p:txBody>
      </p:sp>
      <p:sp>
        <p:nvSpPr>
          <p:cNvPr id="2" name="TextBox 1">
            <a:extLst>
              <a:ext uri="{FF2B5EF4-FFF2-40B4-BE49-F238E27FC236}">
                <a16:creationId xmlns:a16="http://schemas.microsoft.com/office/drawing/2014/main" id="{E23C559D-12D2-536F-D015-21EF50BEAD3E}"/>
              </a:ext>
            </a:extLst>
          </p:cNvPr>
          <p:cNvSpPr txBox="1"/>
          <p:nvPr/>
        </p:nvSpPr>
        <p:spPr>
          <a:xfrm>
            <a:off x="3200400" y="104150"/>
            <a:ext cx="5791200" cy="523220"/>
          </a:xfrm>
          <a:prstGeom prst="rect">
            <a:avLst/>
          </a:prstGeom>
          <a:noFill/>
        </p:spPr>
        <p:txBody>
          <a:bodyPr wrap="square" rtlCol="0">
            <a:spAutoFit/>
          </a:bodyPr>
          <a:lstStyle/>
          <a:p>
            <a:pPr algn="ctr"/>
            <a:r>
              <a:rPr lang="en-US" sz="2800" b="1" dirty="0">
                <a:latin typeface="Times New Roman" pitchFamily="18" charset="0"/>
                <a:cs typeface="Times New Roman" pitchFamily="18" charset="0"/>
              </a:rPr>
              <a:t>CONCLUSIONS </a:t>
            </a:r>
            <a:r>
              <a:rPr lang="en-US" sz="1100" b="1" dirty="0">
                <a:latin typeface="Times New Roman" pitchFamily="18" charset="0"/>
                <a:cs typeface="Times New Roman" pitchFamily="18" charset="0"/>
              </a:rPr>
              <a:t>(Times New Roman, 28)</a:t>
            </a:r>
          </a:p>
        </p:txBody>
      </p:sp>
      <p:sp>
        <p:nvSpPr>
          <p:cNvPr id="3" name="TextBox 2">
            <a:extLst>
              <a:ext uri="{FF2B5EF4-FFF2-40B4-BE49-F238E27FC236}">
                <a16:creationId xmlns:a16="http://schemas.microsoft.com/office/drawing/2014/main" id="{C16ABA01-A294-695B-BCEC-53948A6D0DB6}"/>
              </a:ext>
            </a:extLst>
          </p:cNvPr>
          <p:cNvSpPr txBox="1"/>
          <p:nvPr/>
        </p:nvSpPr>
        <p:spPr>
          <a:xfrm>
            <a:off x="4191000" y="1905000"/>
            <a:ext cx="3810000" cy="2169825"/>
          </a:xfrm>
          <a:prstGeom prst="rect">
            <a:avLst/>
          </a:prstGeom>
          <a:noFill/>
        </p:spPr>
        <p:txBody>
          <a:bodyPr wrap="square" rtlCol="0">
            <a:spAutoFit/>
          </a:bodyPr>
          <a:lstStyle/>
          <a:p>
            <a:pPr algn="ctr">
              <a:lnSpc>
                <a:spcPct val="150000"/>
              </a:lnSpc>
            </a:pPr>
            <a:r>
              <a:rPr lang="en-US" b="1" dirty="0">
                <a:latin typeface="Times New Roman" pitchFamily="18" charset="0"/>
                <a:cs typeface="Times New Roman" pitchFamily="18" charset="0"/>
              </a:rPr>
              <a:t>Briefly state the concluding remarks about the PROJECT. Include the managerial implications, future scope and limitations of the PROJECT in this slide</a:t>
            </a:r>
            <a:endParaRPr lang="en-US" sz="900" b="1" dirty="0">
              <a:latin typeface="Times New Roman" pitchFamily="18" charset="0"/>
              <a:cs typeface="Times New Roman" pitchFamily="18" charset="0"/>
            </a:endParaRPr>
          </a:p>
        </p:txBody>
      </p:sp>
    </p:spTree>
    <p:extLst>
      <p:ext uri="{BB962C8B-B14F-4D97-AF65-F5344CB8AC3E}">
        <p14:creationId xmlns:p14="http://schemas.microsoft.com/office/powerpoint/2010/main" val="24429797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8096DA-F4E9-C888-C353-1D5ADAB08BE1}"/>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7227E753-75F9-6259-95D6-1CA7C6ECE7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4353" y="66370"/>
            <a:ext cx="1248463" cy="1248463"/>
          </a:xfrm>
          <a:prstGeom prst="rect">
            <a:avLst/>
          </a:prstGeom>
        </p:spPr>
      </p:pic>
      <p:sp>
        <p:nvSpPr>
          <p:cNvPr id="13" name="TextBox 12">
            <a:extLst>
              <a:ext uri="{FF2B5EF4-FFF2-40B4-BE49-F238E27FC236}">
                <a16:creationId xmlns:a16="http://schemas.microsoft.com/office/drawing/2014/main" id="{02B3BFBD-E8FE-1172-EAE3-AD91A4D8FC7B}"/>
              </a:ext>
            </a:extLst>
          </p:cNvPr>
          <p:cNvSpPr txBox="1"/>
          <p:nvPr/>
        </p:nvSpPr>
        <p:spPr>
          <a:xfrm>
            <a:off x="3350588" y="6319521"/>
            <a:ext cx="5471160" cy="507831"/>
          </a:xfrm>
          <a:prstGeom prst="rect">
            <a:avLst/>
          </a:prstGeom>
          <a:noFill/>
        </p:spPr>
        <p:txBody>
          <a:bodyPr wrap="square" rtlCol="0">
            <a:spAutoFit/>
          </a:bodyPr>
          <a:lstStyle/>
          <a:p>
            <a:pPr algn="ctr">
              <a:lnSpc>
                <a:spcPct val="150000"/>
              </a:lnSpc>
            </a:pPr>
            <a:r>
              <a:rPr lang="en-US" sz="900" b="1" dirty="0">
                <a:latin typeface="Times New Roman" pitchFamily="18" charset="0"/>
                <a:cs typeface="Times New Roman" pitchFamily="18" charset="0"/>
              </a:rPr>
              <a:t>Major project Presentation 2026</a:t>
            </a:r>
          </a:p>
          <a:p>
            <a:pPr algn="ctr">
              <a:lnSpc>
                <a:spcPct val="150000"/>
              </a:lnSpc>
            </a:pPr>
            <a:r>
              <a:rPr lang="en-US" sz="900" b="1" dirty="0">
                <a:latin typeface="Times New Roman" pitchFamily="18" charset="0"/>
                <a:cs typeface="Times New Roman" pitchFamily="18" charset="0"/>
              </a:rPr>
              <a:t>Organized by: Department of Computer Science &amp; Engineering, GIET, Baniatangi, 752060</a:t>
            </a:r>
            <a:endParaRPr lang="en-US" sz="700" b="1" dirty="0">
              <a:latin typeface="Times New Roman" pitchFamily="18" charset="0"/>
              <a:cs typeface="Times New Roman" pitchFamily="18" charset="0"/>
            </a:endParaRPr>
          </a:p>
        </p:txBody>
      </p:sp>
      <p:sp>
        <p:nvSpPr>
          <p:cNvPr id="6" name="TextBox 5">
            <a:extLst>
              <a:ext uri="{FF2B5EF4-FFF2-40B4-BE49-F238E27FC236}">
                <a16:creationId xmlns:a16="http://schemas.microsoft.com/office/drawing/2014/main" id="{A37CB24E-1D6C-5E01-83A5-D368707A2FF8}"/>
              </a:ext>
            </a:extLst>
          </p:cNvPr>
          <p:cNvSpPr txBox="1"/>
          <p:nvPr/>
        </p:nvSpPr>
        <p:spPr>
          <a:xfrm>
            <a:off x="2667000" y="990600"/>
            <a:ext cx="6858000" cy="4339650"/>
          </a:xfrm>
          <a:prstGeom prst="rect">
            <a:avLst/>
          </a:prstGeom>
          <a:noFill/>
        </p:spPr>
        <p:txBody>
          <a:bodyPr wrap="square" rtlCol="0">
            <a:spAutoFit/>
          </a:bodyPr>
          <a:lstStyle/>
          <a:p>
            <a:pPr algn="ctr"/>
            <a:r>
              <a:rPr lang="en-US" sz="13800" b="1" dirty="0">
                <a:latin typeface="Times New Roman" pitchFamily="18" charset="0"/>
                <a:cs typeface="Times New Roman" pitchFamily="18" charset="0"/>
              </a:rPr>
              <a:t>THANK YOU</a:t>
            </a:r>
          </a:p>
        </p:txBody>
      </p:sp>
    </p:spTree>
    <p:extLst>
      <p:ext uri="{BB962C8B-B14F-4D97-AF65-F5344CB8AC3E}">
        <p14:creationId xmlns:p14="http://schemas.microsoft.com/office/powerpoint/2010/main" val="2928089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09800" y="304801"/>
            <a:ext cx="8001000" cy="3046988"/>
          </a:xfrm>
          <a:prstGeom prst="rect">
            <a:avLst/>
          </a:prstGeom>
          <a:noFill/>
        </p:spPr>
        <p:txBody>
          <a:bodyPr wrap="square" rtlCol="0">
            <a:spAutoFit/>
          </a:bodyPr>
          <a:lstStyle/>
          <a:p>
            <a:pPr algn="just">
              <a:lnSpc>
                <a:spcPct val="150000"/>
              </a:lnSpc>
            </a:pPr>
            <a:r>
              <a:rPr lang="en-US" sz="1600" b="1" dirty="0">
                <a:latin typeface="Times New Roman" pitchFamily="18" charset="0"/>
                <a:cs typeface="Times New Roman" pitchFamily="18" charset="0"/>
              </a:rPr>
              <a:t>DELETE THIS SLIDE BEFORE SUBMITTING THE PPT</a:t>
            </a:r>
          </a:p>
          <a:p>
            <a:pPr marL="342900" indent="-342900" algn="just">
              <a:lnSpc>
                <a:spcPct val="150000"/>
              </a:lnSpc>
              <a:buFont typeface="Arial" pitchFamily="34" charset="0"/>
              <a:buChar char="•"/>
            </a:pPr>
            <a:r>
              <a:rPr lang="en-US" sz="1600" b="1" dirty="0">
                <a:latin typeface="Times New Roman" pitchFamily="18" charset="0"/>
                <a:cs typeface="Times New Roman" pitchFamily="18" charset="0"/>
              </a:rPr>
              <a:t>The total number of slide should not exceed 25.</a:t>
            </a:r>
          </a:p>
          <a:p>
            <a:pPr marL="342900" indent="-342900" algn="just">
              <a:lnSpc>
                <a:spcPct val="150000"/>
              </a:lnSpc>
              <a:buFont typeface="Arial" pitchFamily="34" charset="0"/>
              <a:buChar char="•"/>
            </a:pPr>
            <a:r>
              <a:rPr lang="en-US" sz="1600" b="1" dirty="0">
                <a:latin typeface="Times New Roman" pitchFamily="18" charset="0"/>
                <a:cs typeface="Times New Roman" pitchFamily="18" charset="0"/>
              </a:rPr>
              <a:t>Don’t change the format of the template. Theme, font style, font size should not be altered.</a:t>
            </a:r>
          </a:p>
          <a:p>
            <a:pPr marL="342900" indent="-342900" algn="just">
              <a:lnSpc>
                <a:spcPct val="150000"/>
              </a:lnSpc>
              <a:buFont typeface="Arial" pitchFamily="34" charset="0"/>
              <a:buChar char="•"/>
            </a:pPr>
            <a:r>
              <a:rPr lang="en-US" sz="1600" b="1" dirty="0">
                <a:latin typeface="Times New Roman" pitchFamily="18" charset="0"/>
                <a:cs typeface="Times New Roman" pitchFamily="18" charset="0"/>
              </a:rPr>
              <a:t>Attachments e.g., logo should not be deleted. However, slide headings or </a:t>
            </a:r>
            <a:r>
              <a:rPr lang="en-US" sz="1600" b="1">
                <a:latin typeface="Times New Roman" pitchFamily="18" charset="0"/>
                <a:cs typeface="Times New Roman" pitchFamily="18" charset="0"/>
              </a:rPr>
              <a:t>contents  </a:t>
            </a:r>
            <a:r>
              <a:rPr lang="en-US" sz="1600" b="1" dirty="0">
                <a:latin typeface="Times New Roman" pitchFamily="18" charset="0"/>
                <a:cs typeface="Times New Roman" pitchFamily="18" charset="0"/>
              </a:rPr>
              <a:t>may be modified according to your requirements.</a:t>
            </a:r>
          </a:p>
          <a:p>
            <a:pPr marL="342900" indent="-342900" algn="just">
              <a:lnSpc>
                <a:spcPct val="150000"/>
              </a:lnSpc>
              <a:buFont typeface="Arial" pitchFamily="34" charset="0"/>
              <a:buChar char="•"/>
            </a:pPr>
            <a:r>
              <a:rPr lang="en-US" sz="1600" b="1" dirty="0">
                <a:latin typeface="Times New Roman" pitchFamily="18" charset="0"/>
                <a:cs typeface="Times New Roman" pitchFamily="18" charset="0"/>
              </a:rPr>
              <a:t>You may use TIMES NEW ROMAN, FONT SIZE 16, LINE SPACING 1.5  for preparing the body of the presentation.</a:t>
            </a:r>
          </a:p>
        </p:txBody>
      </p:sp>
    </p:spTree>
    <p:extLst>
      <p:ext uri="{BB962C8B-B14F-4D97-AF65-F5344CB8AC3E}">
        <p14:creationId xmlns:p14="http://schemas.microsoft.com/office/powerpoint/2010/main" val="3002769680"/>
      </p:ext>
    </p:extLst>
  </p:cSld>
  <p:clrMapOvr>
    <a:masterClrMapping/>
  </p:clrMapOvr>
</p:sld>
</file>

<file path=ppt/theme/theme1.xml><?xml version="1.0" encoding="utf-8"?>
<a:theme xmlns:a="http://schemas.openxmlformats.org/drawingml/2006/main" name="Office Theme">
  <a:themeElements>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2013 - 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249</TotalTime>
  <Words>592</Words>
  <Application>Microsoft Office PowerPoint</Application>
  <PresentationFormat>Widescreen</PresentationFormat>
  <Paragraphs>53</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soumyaranjan panda</dc:creator>
  <cp:lastModifiedBy>DIPU KUMAR</cp:lastModifiedBy>
  <cp:revision>10</cp:revision>
  <cp:lastPrinted>2026-04-12T14:09:41Z</cp:lastPrinted>
  <dcterms:created xsi:type="dcterms:W3CDTF">2025-04-15T10:40:24Z</dcterms:created>
  <dcterms:modified xsi:type="dcterms:W3CDTF">2026-04-12T14:10:27Z</dcterms:modified>
</cp:coreProperties>
</file>